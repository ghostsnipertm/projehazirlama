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72" r:id="rId7"/>
    <p:sldId id="270" r:id="rId8"/>
    <p:sldId id="271" r:id="rId9"/>
    <p:sldId id="261" r:id="rId10"/>
    <p:sldId id="262" r:id="rId11"/>
    <p:sldId id="263" r:id="rId12"/>
    <p:sldId id="268" r:id="rId13"/>
    <p:sldId id="264" r:id="rId14"/>
    <p:sldId id="269" r:id="rId15"/>
    <p:sldId id="266" r:id="rId16"/>
    <p:sldId id="267"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brahim ÖZTEPE" initials="İÖ" lastIdx="1" clrIdx="0">
    <p:extLst>
      <p:ext uri="{19B8F6BF-5375-455C-9EA6-DF929625EA0E}">
        <p15:presenceInfo xmlns:p15="http://schemas.microsoft.com/office/powerpoint/2012/main" userId="26ff2455a2b6fe5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4" autoAdjust="0"/>
    <p:restoredTop sz="94660"/>
  </p:normalViewPr>
  <p:slideViewPr>
    <p:cSldViewPr snapToGrid="0">
      <p:cViewPr varScale="1">
        <p:scale>
          <a:sx n="91" d="100"/>
          <a:sy n="91" d="100"/>
        </p:scale>
        <p:origin x="53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918A8BA-BCD2-4323-9B30-59785C16A431}" type="doc">
      <dgm:prSet loTypeId="urn:microsoft.com/office/officeart/2005/8/layout/hProcess11" loCatId="process" qsTypeId="urn:microsoft.com/office/officeart/2005/8/quickstyle/3d4" qsCatId="3D" csTypeId="urn:microsoft.com/office/officeart/2005/8/colors/accent1_2" csCatId="accent1" phldr="1"/>
      <dgm:spPr/>
      <dgm:t>
        <a:bodyPr/>
        <a:lstStyle/>
        <a:p>
          <a:endParaRPr lang="tr-TR"/>
        </a:p>
      </dgm:t>
    </dgm:pt>
    <dgm:pt modelId="{0485AE0C-9A7F-4A6F-9CA8-AB8E738C5332}">
      <dgm:prSet custT="1"/>
      <dgm:spPr/>
      <dgm:t>
        <a:bodyPr/>
        <a:lstStyle/>
        <a:p>
          <a:r>
            <a:rPr lang="tr-TR" sz="1000" b="1" dirty="0"/>
            <a:t>BAŞLANGIÇ - VİDEO İÇERİĞİ</a:t>
          </a:r>
        </a:p>
      </dgm:t>
    </dgm:pt>
    <dgm:pt modelId="{8E083DF3-15F5-461A-91DB-E923CD7869C5}" type="parTrans" cxnId="{3E486099-34FB-48D8-967E-853E261DC62E}">
      <dgm:prSet/>
      <dgm:spPr/>
      <dgm:t>
        <a:bodyPr/>
        <a:lstStyle/>
        <a:p>
          <a:endParaRPr lang="tr-TR"/>
        </a:p>
      </dgm:t>
    </dgm:pt>
    <dgm:pt modelId="{D0F57000-E6B1-4E2C-BDBA-F0732CA3E432}" type="sibTrans" cxnId="{3E486099-34FB-48D8-967E-853E261DC62E}">
      <dgm:prSet/>
      <dgm:spPr/>
      <dgm:t>
        <a:bodyPr/>
        <a:lstStyle/>
        <a:p>
          <a:endParaRPr lang="tr-TR"/>
        </a:p>
      </dgm:t>
    </dgm:pt>
    <dgm:pt modelId="{035B2A1D-3E87-48DE-8AEB-A5A2ACBAE1D7}">
      <dgm:prSet custT="1"/>
      <dgm:spPr/>
      <dgm:t>
        <a:bodyPr/>
        <a:lstStyle/>
        <a:p>
          <a:r>
            <a:rPr lang="tr-TR" sz="1000" b="1" dirty="0"/>
            <a:t>GERÇEKLİK UYGULAMALARI, ARTIRILMIŞ GERÇEKLİK [AR], ARTIRILMIŞ GERÇEKLİK İÇERİĞİ</a:t>
          </a:r>
        </a:p>
        <a:p>
          <a:br>
            <a:rPr lang="tr-TR" sz="1000" b="1" dirty="0"/>
          </a:br>
          <a:r>
            <a:rPr lang="tr-TR" sz="1000" dirty="0"/>
            <a:t>MUSTAFA ALİ BÜSTAN</a:t>
          </a:r>
        </a:p>
      </dgm:t>
    </dgm:pt>
    <dgm:pt modelId="{1974079F-8F1B-4525-8269-525B8A850D16}" type="parTrans" cxnId="{CCB25804-42A4-4476-93B8-F93E1EEEA77B}">
      <dgm:prSet/>
      <dgm:spPr/>
      <dgm:t>
        <a:bodyPr/>
        <a:lstStyle/>
        <a:p>
          <a:endParaRPr lang="tr-TR"/>
        </a:p>
      </dgm:t>
    </dgm:pt>
    <dgm:pt modelId="{E1C3A2C8-C370-409D-9DEE-490B5C755660}" type="sibTrans" cxnId="{CCB25804-42A4-4476-93B8-F93E1EEEA77B}">
      <dgm:prSet/>
      <dgm:spPr/>
      <dgm:t>
        <a:bodyPr/>
        <a:lstStyle/>
        <a:p>
          <a:endParaRPr lang="tr-TR"/>
        </a:p>
      </dgm:t>
    </dgm:pt>
    <dgm:pt modelId="{189D2AF3-584C-4162-8B69-E6726F4B0DD9}">
      <dgm:prSet custT="1"/>
      <dgm:spPr/>
      <dgm:t>
        <a:bodyPr/>
        <a:lstStyle/>
        <a:p>
          <a:r>
            <a:rPr lang="tr-TR" sz="1000" b="1" dirty="0"/>
            <a:t>ARTIRILMIŞ GERÇEKLİK SİSTEMLERİ, UZAMSAL TİP ÖRNEKLERİ, OPTİK TEMELLİ GERÇEKLİK, VİDEO TEMELLİ GERÇEKLİK</a:t>
          </a:r>
        </a:p>
        <a:p>
          <a:br>
            <a:rPr lang="tr-TR" sz="1000" dirty="0"/>
          </a:br>
          <a:r>
            <a:rPr lang="tr-TR" sz="1000" dirty="0"/>
            <a:t>GÜRBÜZ YUSUF ÖZORHAN</a:t>
          </a:r>
        </a:p>
      </dgm:t>
    </dgm:pt>
    <dgm:pt modelId="{9C5C403D-B2F3-4AE8-A0BF-0CB2313FCBCE}" type="parTrans" cxnId="{DFC6C949-ABAE-4642-B82C-E6A20F4C412D}">
      <dgm:prSet/>
      <dgm:spPr/>
      <dgm:t>
        <a:bodyPr/>
        <a:lstStyle/>
        <a:p>
          <a:endParaRPr lang="tr-TR"/>
        </a:p>
      </dgm:t>
    </dgm:pt>
    <dgm:pt modelId="{7181189D-97B1-48FF-9C13-0F1C0F7BF9BB}" type="sibTrans" cxnId="{DFC6C949-ABAE-4642-B82C-E6A20F4C412D}">
      <dgm:prSet/>
      <dgm:spPr/>
      <dgm:t>
        <a:bodyPr/>
        <a:lstStyle/>
        <a:p>
          <a:endParaRPr lang="tr-TR"/>
        </a:p>
      </dgm:t>
    </dgm:pt>
    <dgm:pt modelId="{5D4622CD-36CA-414D-96A5-24408172D758}">
      <dgm:prSet custT="1"/>
      <dgm:spPr/>
      <dgm:t>
        <a:bodyPr/>
        <a:lstStyle/>
        <a:p>
          <a:r>
            <a:rPr lang="tr-TR" sz="1000" b="1" dirty="0"/>
            <a:t>SANAL GERÇEKLİK [VR], METAVERSE KAVRAMI,  ARTIRILMIŞ VE SANAL GERÇEKLİK KARŞILAŞTIRMASI, ARTIRILMIŞ GERÇEKLİK VE SANAL GERÇEKLİĞİ ANLAYALIM</a:t>
          </a:r>
        </a:p>
        <a:p>
          <a:br>
            <a:rPr lang="tr-TR" sz="1000" dirty="0"/>
          </a:br>
          <a:r>
            <a:rPr lang="tr-TR" sz="1000" dirty="0"/>
            <a:t>İBRAHİM ÖZTEPE</a:t>
          </a:r>
        </a:p>
      </dgm:t>
    </dgm:pt>
    <dgm:pt modelId="{993DA46F-C940-41A1-BEB8-8706BA2536A7}" type="parTrans" cxnId="{5F49BAFD-F1DD-467E-B889-D39A2925DDC2}">
      <dgm:prSet/>
      <dgm:spPr/>
      <dgm:t>
        <a:bodyPr/>
        <a:lstStyle/>
        <a:p>
          <a:endParaRPr lang="tr-TR"/>
        </a:p>
      </dgm:t>
    </dgm:pt>
    <dgm:pt modelId="{4CF79F8E-FD34-43BB-B985-643AB608D5CB}" type="sibTrans" cxnId="{5F49BAFD-F1DD-467E-B889-D39A2925DDC2}">
      <dgm:prSet/>
      <dgm:spPr/>
      <dgm:t>
        <a:bodyPr/>
        <a:lstStyle/>
        <a:p>
          <a:endParaRPr lang="tr-TR"/>
        </a:p>
      </dgm:t>
    </dgm:pt>
    <dgm:pt modelId="{BE3DF8F1-F2A6-4F7D-9BB8-00910E0A4FB8}">
      <dgm:prSet custT="1"/>
      <dgm:spPr/>
      <dgm:t>
        <a:bodyPr/>
        <a:lstStyle/>
        <a:p>
          <a:r>
            <a:rPr lang="tr-TR" sz="1000" b="1" dirty="0"/>
            <a:t>KONU İLE İLGİLİ ETKİNLİK</a:t>
          </a:r>
        </a:p>
      </dgm:t>
    </dgm:pt>
    <dgm:pt modelId="{B98E90E7-FD2B-4005-B6C2-BEED334D2CDA}" type="parTrans" cxnId="{BF9D7976-AA41-4593-8987-5B69AA6C3BC8}">
      <dgm:prSet/>
      <dgm:spPr/>
      <dgm:t>
        <a:bodyPr/>
        <a:lstStyle/>
        <a:p>
          <a:endParaRPr lang="tr-TR"/>
        </a:p>
      </dgm:t>
    </dgm:pt>
    <dgm:pt modelId="{54B2CB06-72E7-4C11-B746-1D89B373F39A}" type="sibTrans" cxnId="{BF9D7976-AA41-4593-8987-5B69AA6C3BC8}">
      <dgm:prSet/>
      <dgm:spPr/>
      <dgm:t>
        <a:bodyPr/>
        <a:lstStyle/>
        <a:p>
          <a:endParaRPr lang="tr-TR"/>
        </a:p>
      </dgm:t>
    </dgm:pt>
    <dgm:pt modelId="{AE7F7C22-9B6C-47C3-8682-E5698E652ABE}">
      <dgm:prSet custT="1"/>
      <dgm:spPr/>
      <dgm:t>
        <a:bodyPr/>
        <a:lstStyle/>
        <a:p>
          <a:r>
            <a:rPr lang="tr-TR" sz="1000" b="1" dirty="0"/>
            <a:t>BİTİŞ</a:t>
          </a:r>
        </a:p>
      </dgm:t>
    </dgm:pt>
    <dgm:pt modelId="{014CD434-96A8-431D-BC51-58EFF2E2645A}" type="parTrans" cxnId="{9EA3AA82-D326-4572-B938-F265750E6568}">
      <dgm:prSet/>
      <dgm:spPr/>
      <dgm:t>
        <a:bodyPr/>
        <a:lstStyle/>
        <a:p>
          <a:endParaRPr lang="tr-TR"/>
        </a:p>
      </dgm:t>
    </dgm:pt>
    <dgm:pt modelId="{02F930C9-D98C-4825-AF11-A8370522E50C}" type="sibTrans" cxnId="{9EA3AA82-D326-4572-B938-F265750E6568}">
      <dgm:prSet/>
      <dgm:spPr/>
      <dgm:t>
        <a:bodyPr/>
        <a:lstStyle/>
        <a:p>
          <a:endParaRPr lang="tr-TR"/>
        </a:p>
      </dgm:t>
    </dgm:pt>
    <dgm:pt modelId="{6C652E35-4C73-41AD-8EC6-35F6AA260797}">
      <dgm:prSet custT="1"/>
      <dgm:spPr/>
      <dgm:t>
        <a:bodyPr/>
        <a:lstStyle/>
        <a:p>
          <a:r>
            <a:rPr lang="tr-TR" sz="1000" b="1" dirty="0"/>
            <a:t>GİRİŞ</a:t>
          </a:r>
        </a:p>
      </dgm:t>
    </dgm:pt>
    <dgm:pt modelId="{D797674E-35C2-4725-9C4B-6ECAEABB2D5C}" type="parTrans" cxnId="{ED8830AC-0C24-4B79-BFA9-CE6D4EB507B7}">
      <dgm:prSet/>
      <dgm:spPr/>
      <dgm:t>
        <a:bodyPr/>
        <a:lstStyle/>
        <a:p>
          <a:endParaRPr lang="tr-TR"/>
        </a:p>
      </dgm:t>
    </dgm:pt>
    <dgm:pt modelId="{17383D0A-E085-4E96-AE4D-4D514AAFCDBA}" type="sibTrans" cxnId="{ED8830AC-0C24-4B79-BFA9-CE6D4EB507B7}">
      <dgm:prSet/>
      <dgm:spPr/>
      <dgm:t>
        <a:bodyPr/>
        <a:lstStyle/>
        <a:p>
          <a:endParaRPr lang="tr-TR"/>
        </a:p>
      </dgm:t>
    </dgm:pt>
    <dgm:pt modelId="{10213D37-7C7E-4ABE-AA81-B9D74CFD6518}" type="pres">
      <dgm:prSet presAssocID="{6918A8BA-BCD2-4323-9B30-59785C16A431}" presName="Name0" presStyleCnt="0">
        <dgm:presLayoutVars>
          <dgm:dir/>
          <dgm:resizeHandles val="exact"/>
        </dgm:presLayoutVars>
      </dgm:prSet>
      <dgm:spPr/>
    </dgm:pt>
    <dgm:pt modelId="{6C6B4CBC-3347-4577-9E49-85C65402CE34}" type="pres">
      <dgm:prSet presAssocID="{6918A8BA-BCD2-4323-9B30-59785C16A431}" presName="arrow" presStyleLbl="bgShp" presStyleIdx="0" presStyleCnt="1"/>
      <dgm:spPr/>
    </dgm:pt>
    <dgm:pt modelId="{1CBC0E0F-459E-4C03-B7D7-88A75D102B0F}" type="pres">
      <dgm:prSet presAssocID="{6918A8BA-BCD2-4323-9B30-59785C16A431}" presName="points" presStyleCnt="0"/>
      <dgm:spPr/>
    </dgm:pt>
    <dgm:pt modelId="{3ADE845E-E33A-47C6-816E-5F7749E31CF7}" type="pres">
      <dgm:prSet presAssocID="{6C652E35-4C73-41AD-8EC6-35F6AA260797}" presName="compositeA" presStyleCnt="0"/>
      <dgm:spPr/>
    </dgm:pt>
    <dgm:pt modelId="{794AD924-8312-47D6-8617-6357BEDE239D}" type="pres">
      <dgm:prSet presAssocID="{6C652E35-4C73-41AD-8EC6-35F6AA260797}" presName="textA" presStyleLbl="revTx" presStyleIdx="0" presStyleCnt="7">
        <dgm:presLayoutVars>
          <dgm:bulletEnabled val="1"/>
        </dgm:presLayoutVars>
      </dgm:prSet>
      <dgm:spPr/>
    </dgm:pt>
    <dgm:pt modelId="{07F19CDE-552F-4F1E-9A94-59E08EE237A5}" type="pres">
      <dgm:prSet presAssocID="{6C652E35-4C73-41AD-8EC6-35F6AA260797}" presName="circleA" presStyleLbl="node1" presStyleIdx="0" presStyleCnt="7"/>
      <dgm:spPr/>
    </dgm:pt>
    <dgm:pt modelId="{539863EF-1D3C-44C9-99C1-B88B91BBBB4C}" type="pres">
      <dgm:prSet presAssocID="{6C652E35-4C73-41AD-8EC6-35F6AA260797}" presName="spaceA" presStyleCnt="0"/>
      <dgm:spPr/>
    </dgm:pt>
    <dgm:pt modelId="{DCD2E920-FD92-476B-850D-0BE52494721F}" type="pres">
      <dgm:prSet presAssocID="{17383D0A-E085-4E96-AE4D-4D514AAFCDBA}" presName="space" presStyleCnt="0"/>
      <dgm:spPr/>
    </dgm:pt>
    <dgm:pt modelId="{474EE0EA-254E-42FF-89D5-C1D96C3EDC09}" type="pres">
      <dgm:prSet presAssocID="{0485AE0C-9A7F-4A6F-9CA8-AB8E738C5332}" presName="compositeB" presStyleCnt="0"/>
      <dgm:spPr/>
    </dgm:pt>
    <dgm:pt modelId="{9C530D45-A372-4F0A-9AEB-19830F98A4BC}" type="pres">
      <dgm:prSet presAssocID="{0485AE0C-9A7F-4A6F-9CA8-AB8E738C5332}" presName="textB" presStyleLbl="revTx" presStyleIdx="1" presStyleCnt="7">
        <dgm:presLayoutVars>
          <dgm:bulletEnabled val="1"/>
        </dgm:presLayoutVars>
      </dgm:prSet>
      <dgm:spPr/>
    </dgm:pt>
    <dgm:pt modelId="{8031EA3A-64C0-4C54-B668-BE51D23EC858}" type="pres">
      <dgm:prSet presAssocID="{0485AE0C-9A7F-4A6F-9CA8-AB8E738C5332}" presName="circleB" presStyleLbl="node1" presStyleIdx="1" presStyleCnt="7"/>
      <dgm:spPr/>
    </dgm:pt>
    <dgm:pt modelId="{EF314E09-88B4-4EE9-969A-BD5A6078AFAA}" type="pres">
      <dgm:prSet presAssocID="{0485AE0C-9A7F-4A6F-9CA8-AB8E738C5332}" presName="spaceB" presStyleCnt="0"/>
      <dgm:spPr/>
    </dgm:pt>
    <dgm:pt modelId="{B1DA5FC3-D28B-4A13-8C20-18CB7B4D56DF}" type="pres">
      <dgm:prSet presAssocID="{D0F57000-E6B1-4E2C-BDBA-F0732CA3E432}" presName="space" presStyleCnt="0"/>
      <dgm:spPr/>
    </dgm:pt>
    <dgm:pt modelId="{E7093D17-3001-48EA-810E-1753ACB9586E}" type="pres">
      <dgm:prSet presAssocID="{035B2A1D-3E87-48DE-8AEB-A5A2ACBAE1D7}" presName="compositeA" presStyleCnt="0"/>
      <dgm:spPr/>
    </dgm:pt>
    <dgm:pt modelId="{E7760564-43E2-4300-9173-E04A6C1D5478}" type="pres">
      <dgm:prSet presAssocID="{035B2A1D-3E87-48DE-8AEB-A5A2ACBAE1D7}" presName="textA" presStyleLbl="revTx" presStyleIdx="2" presStyleCnt="7">
        <dgm:presLayoutVars>
          <dgm:bulletEnabled val="1"/>
        </dgm:presLayoutVars>
      </dgm:prSet>
      <dgm:spPr/>
    </dgm:pt>
    <dgm:pt modelId="{0474F2EF-FB3F-47FC-B168-020809F0C321}" type="pres">
      <dgm:prSet presAssocID="{035B2A1D-3E87-48DE-8AEB-A5A2ACBAE1D7}" presName="circleA" presStyleLbl="node1" presStyleIdx="2" presStyleCnt="7"/>
      <dgm:spPr/>
    </dgm:pt>
    <dgm:pt modelId="{B17BFCCE-F495-45FD-B20E-67CED45D5044}" type="pres">
      <dgm:prSet presAssocID="{035B2A1D-3E87-48DE-8AEB-A5A2ACBAE1D7}" presName="spaceA" presStyleCnt="0"/>
      <dgm:spPr/>
    </dgm:pt>
    <dgm:pt modelId="{CCDE44AD-D623-4F7A-A954-2A1B551C630F}" type="pres">
      <dgm:prSet presAssocID="{E1C3A2C8-C370-409D-9DEE-490B5C755660}" presName="space" presStyleCnt="0"/>
      <dgm:spPr/>
    </dgm:pt>
    <dgm:pt modelId="{8D320E3E-580B-4012-83A5-736680F7340D}" type="pres">
      <dgm:prSet presAssocID="{189D2AF3-584C-4162-8B69-E6726F4B0DD9}" presName="compositeB" presStyleCnt="0"/>
      <dgm:spPr/>
    </dgm:pt>
    <dgm:pt modelId="{FB580EDD-12CE-4C09-8B2B-894221EA24F6}" type="pres">
      <dgm:prSet presAssocID="{189D2AF3-584C-4162-8B69-E6726F4B0DD9}" presName="textB" presStyleLbl="revTx" presStyleIdx="3" presStyleCnt="7">
        <dgm:presLayoutVars>
          <dgm:bulletEnabled val="1"/>
        </dgm:presLayoutVars>
      </dgm:prSet>
      <dgm:spPr/>
    </dgm:pt>
    <dgm:pt modelId="{131E6619-CF1C-494C-84BE-E6F430175D72}" type="pres">
      <dgm:prSet presAssocID="{189D2AF3-584C-4162-8B69-E6726F4B0DD9}" presName="circleB" presStyleLbl="node1" presStyleIdx="3" presStyleCnt="7"/>
      <dgm:spPr/>
    </dgm:pt>
    <dgm:pt modelId="{197FE5C9-6561-48C6-A81B-B50C8A0A82C1}" type="pres">
      <dgm:prSet presAssocID="{189D2AF3-584C-4162-8B69-E6726F4B0DD9}" presName="spaceB" presStyleCnt="0"/>
      <dgm:spPr/>
    </dgm:pt>
    <dgm:pt modelId="{7D6C0F4A-0CE9-4432-A2EE-C5CC1F991CA7}" type="pres">
      <dgm:prSet presAssocID="{7181189D-97B1-48FF-9C13-0F1C0F7BF9BB}" presName="space" presStyleCnt="0"/>
      <dgm:spPr/>
    </dgm:pt>
    <dgm:pt modelId="{6B78EAA7-23BB-4FFF-8C1C-14FA216E4A6D}" type="pres">
      <dgm:prSet presAssocID="{5D4622CD-36CA-414D-96A5-24408172D758}" presName="compositeA" presStyleCnt="0"/>
      <dgm:spPr/>
    </dgm:pt>
    <dgm:pt modelId="{D87307D0-7188-448B-9156-783E5FBC7017}" type="pres">
      <dgm:prSet presAssocID="{5D4622CD-36CA-414D-96A5-24408172D758}" presName="textA" presStyleLbl="revTx" presStyleIdx="4" presStyleCnt="7">
        <dgm:presLayoutVars>
          <dgm:bulletEnabled val="1"/>
        </dgm:presLayoutVars>
      </dgm:prSet>
      <dgm:spPr/>
    </dgm:pt>
    <dgm:pt modelId="{9CBF19F9-0428-4F9F-B523-3F670971ED31}" type="pres">
      <dgm:prSet presAssocID="{5D4622CD-36CA-414D-96A5-24408172D758}" presName="circleA" presStyleLbl="node1" presStyleIdx="4" presStyleCnt="7"/>
      <dgm:spPr/>
    </dgm:pt>
    <dgm:pt modelId="{94E01361-BF77-4A80-BDCB-2BB889A242EB}" type="pres">
      <dgm:prSet presAssocID="{5D4622CD-36CA-414D-96A5-24408172D758}" presName="spaceA" presStyleCnt="0"/>
      <dgm:spPr/>
    </dgm:pt>
    <dgm:pt modelId="{F6384B0F-B306-47D5-9E60-86F725FB8CD8}" type="pres">
      <dgm:prSet presAssocID="{4CF79F8E-FD34-43BB-B985-643AB608D5CB}" presName="space" presStyleCnt="0"/>
      <dgm:spPr/>
    </dgm:pt>
    <dgm:pt modelId="{1A6BC37B-4D3F-4440-A78D-E11DD7B14428}" type="pres">
      <dgm:prSet presAssocID="{BE3DF8F1-F2A6-4F7D-9BB8-00910E0A4FB8}" presName="compositeB" presStyleCnt="0"/>
      <dgm:spPr/>
    </dgm:pt>
    <dgm:pt modelId="{A254C62D-5748-468F-939F-ACB671165AB3}" type="pres">
      <dgm:prSet presAssocID="{BE3DF8F1-F2A6-4F7D-9BB8-00910E0A4FB8}" presName="textB" presStyleLbl="revTx" presStyleIdx="5" presStyleCnt="7">
        <dgm:presLayoutVars>
          <dgm:bulletEnabled val="1"/>
        </dgm:presLayoutVars>
      </dgm:prSet>
      <dgm:spPr/>
    </dgm:pt>
    <dgm:pt modelId="{826B70E7-B62C-4D1B-905F-4920D75B682C}" type="pres">
      <dgm:prSet presAssocID="{BE3DF8F1-F2A6-4F7D-9BB8-00910E0A4FB8}" presName="circleB" presStyleLbl="node1" presStyleIdx="5" presStyleCnt="7"/>
      <dgm:spPr/>
    </dgm:pt>
    <dgm:pt modelId="{0F9F1C9B-6190-4798-ABCD-71CCE7F090D0}" type="pres">
      <dgm:prSet presAssocID="{BE3DF8F1-F2A6-4F7D-9BB8-00910E0A4FB8}" presName="spaceB" presStyleCnt="0"/>
      <dgm:spPr/>
    </dgm:pt>
    <dgm:pt modelId="{EB1ED392-DF8B-4899-882D-D069ED4E51A1}" type="pres">
      <dgm:prSet presAssocID="{54B2CB06-72E7-4C11-B746-1D89B373F39A}" presName="space" presStyleCnt="0"/>
      <dgm:spPr/>
    </dgm:pt>
    <dgm:pt modelId="{7D5DECAD-1E1E-488A-AEBB-841DE44ED7F2}" type="pres">
      <dgm:prSet presAssocID="{AE7F7C22-9B6C-47C3-8682-E5698E652ABE}" presName="compositeA" presStyleCnt="0"/>
      <dgm:spPr/>
    </dgm:pt>
    <dgm:pt modelId="{09FD50EA-8632-42DD-B9F1-D6EB084AF6BD}" type="pres">
      <dgm:prSet presAssocID="{AE7F7C22-9B6C-47C3-8682-E5698E652ABE}" presName="textA" presStyleLbl="revTx" presStyleIdx="6" presStyleCnt="7">
        <dgm:presLayoutVars>
          <dgm:bulletEnabled val="1"/>
        </dgm:presLayoutVars>
      </dgm:prSet>
      <dgm:spPr/>
    </dgm:pt>
    <dgm:pt modelId="{A85A0308-1034-462C-80F9-38F63298FE49}" type="pres">
      <dgm:prSet presAssocID="{AE7F7C22-9B6C-47C3-8682-E5698E652ABE}" presName="circleA" presStyleLbl="node1" presStyleIdx="6" presStyleCnt="7"/>
      <dgm:spPr/>
    </dgm:pt>
    <dgm:pt modelId="{999B11E4-E764-41D4-8591-890EA21BF402}" type="pres">
      <dgm:prSet presAssocID="{AE7F7C22-9B6C-47C3-8682-E5698E652ABE}" presName="spaceA" presStyleCnt="0"/>
      <dgm:spPr/>
    </dgm:pt>
  </dgm:ptLst>
  <dgm:cxnLst>
    <dgm:cxn modelId="{CCB25804-42A4-4476-93B8-F93E1EEEA77B}" srcId="{6918A8BA-BCD2-4323-9B30-59785C16A431}" destId="{035B2A1D-3E87-48DE-8AEB-A5A2ACBAE1D7}" srcOrd="2" destOrd="0" parTransId="{1974079F-8F1B-4525-8269-525B8A850D16}" sibTransId="{E1C3A2C8-C370-409D-9DEE-490B5C755660}"/>
    <dgm:cxn modelId="{CDE1FF0A-730C-445B-A08D-3386E5B6B3EA}" type="presOf" srcId="{AE7F7C22-9B6C-47C3-8682-E5698E652ABE}" destId="{09FD50EA-8632-42DD-B9F1-D6EB084AF6BD}" srcOrd="0" destOrd="0" presId="urn:microsoft.com/office/officeart/2005/8/layout/hProcess11"/>
    <dgm:cxn modelId="{2C9DD214-1153-44D0-A958-A21E214560E8}" type="presOf" srcId="{BE3DF8F1-F2A6-4F7D-9BB8-00910E0A4FB8}" destId="{A254C62D-5748-468F-939F-ACB671165AB3}" srcOrd="0" destOrd="0" presId="urn:microsoft.com/office/officeart/2005/8/layout/hProcess11"/>
    <dgm:cxn modelId="{C9543566-1B76-4344-8556-E9A111A9CDE7}" type="presOf" srcId="{035B2A1D-3E87-48DE-8AEB-A5A2ACBAE1D7}" destId="{E7760564-43E2-4300-9173-E04A6C1D5478}" srcOrd="0" destOrd="0" presId="urn:microsoft.com/office/officeart/2005/8/layout/hProcess11"/>
    <dgm:cxn modelId="{DFC6C949-ABAE-4642-B82C-E6A20F4C412D}" srcId="{6918A8BA-BCD2-4323-9B30-59785C16A431}" destId="{189D2AF3-584C-4162-8B69-E6726F4B0DD9}" srcOrd="3" destOrd="0" parTransId="{9C5C403D-B2F3-4AE8-A0BF-0CB2313FCBCE}" sibTransId="{7181189D-97B1-48FF-9C13-0F1C0F7BF9BB}"/>
    <dgm:cxn modelId="{355A9174-9F7A-452A-A373-031D652DB898}" type="presOf" srcId="{0485AE0C-9A7F-4A6F-9CA8-AB8E738C5332}" destId="{9C530D45-A372-4F0A-9AEB-19830F98A4BC}" srcOrd="0" destOrd="0" presId="urn:microsoft.com/office/officeart/2005/8/layout/hProcess11"/>
    <dgm:cxn modelId="{BF9D7976-AA41-4593-8987-5B69AA6C3BC8}" srcId="{6918A8BA-BCD2-4323-9B30-59785C16A431}" destId="{BE3DF8F1-F2A6-4F7D-9BB8-00910E0A4FB8}" srcOrd="5" destOrd="0" parTransId="{B98E90E7-FD2B-4005-B6C2-BEED334D2CDA}" sibTransId="{54B2CB06-72E7-4C11-B746-1D89B373F39A}"/>
    <dgm:cxn modelId="{9EA3AA82-D326-4572-B938-F265750E6568}" srcId="{6918A8BA-BCD2-4323-9B30-59785C16A431}" destId="{AE7F7C22-9B6C-47C3-8682-E5698E652ABE}" srcOrd="6" destOrd="0" parTransId="{014CD434-96A8-431D-BC51-58EFF2E2645A}" sibTransId="{02F930C9-D98C-4825-AF11-A8370522E50C}"/>
    <dgm:cxn modelId="{1D7A0A8F-DE97-4FC1-8930-298072CBBCBE}" type="presOf" srcId="{5D4622CD-36CA-414D-96A5-24408172D758}" destId="{D87307D0-7188-448B-9156-783E5FBC7017}" srcOrd="0" destOrd="0" presId="urn:microsoft.com/office/officeart/2005/8/layout/hProcess11"/>
    <dgm:cxn modelId="{3E486099-34FB-48D8-967E-853E261DC62E}" srcId="{6918A8BA-BCD2-4323-9B30-59785C16A431}" destId="{0485AE0C-9A7F-4A6F-9CA8-AB8E738C5332}" srcOrd="1" destOrd="0" parTransId="{8E083DF3-15F5-461A-91DB-E923CD7869C5}" sibTransId="{D0F57000-E6B1-4E2C-BDBA-F0732CA3E432}"/>
    <dgm:cxn modelId="{ED8830AC-0C24-4B79-BFA9-CE6D4EB507B7}" srcId="{6918A8BA-BCD2-4323-9B30-59785C16A431}" destId="{6C652E35-4C73-41AD-8EC6-35F6AA260797}" srcOrd="0" destOrd="0" parTransId="{D797674E-35C2-4725-9C4B-6ECAEABB2D5C}" sibTransId="{17383D0A-E085-4E96-AE4D-4D514AAFCDBA}"/>
    <dgm:cxn modelId="{1A44F2C0-95F6-463A-B74F-9746C15B00FB}" type="presOf" srcId="{6918A8BA-BCD2-4323-9B30-59785C16A431}" destId="{10213D37-7C7E-4ABE-AA81-B9D74CFD6518}" srcOrd="0" destOrd="0" presId="urn:microsoft.com/office/officeart/2005/8/layout/hProcess11"/>
    <dgm:cxn modelId="{446DB5D9-E49F-4FEC-B648-645BE819A98C}" type="presOf" srcId="{6C652E35-4C73-41AD-8EC6-35F6AA260797}" destId="{794AD924-8312-47D6-8617-6357BEDE239D}" srcOrd="0" destOrd="0" presId="urn:microsoft.com/office/officeart/2005/8/layout/hProcess11"/>
    <dgm:cxn modelId="{F3FBB9F7-7611-41D9-A6AC-7C112271DC28}" type="presOf" srcId="{189D2AF3-584C-4162-8B69-E6726F4B0DD9}" destId="{FB580EDD-12CE-4C09-8B2B-894221EA24F6}" srcOrd="0" destOrd="0" presId="urn:microsoft.com/office/officeart/2005/8/layout/hProcess11"/>
    <dgm:cxn modelId="{5F49BAFD-F1DD-467E-B889-D39A2925DDC2}" srcId="{6918A8BA-BCD2-4323-9B30-59785C16A431}" destId="{5D4622CD-36CA-414D-96A5-24408172D758}" srcOrd="4" destOrd="0" parTransId="{993DA46F-C940-41A1-BEB8-8706BA2536A7}" sibTransId="{4CF79F8E-FD34-43BB-B985-643AB608D5CB}"/>
    <dgm:cxn modelId="{4DCF25D1-EDB7-46C6-8FC8-8726C8F730B6}" type="presParOf" srcId="{10213D37-7C7E-4ABE-AA81-B9D74CFD6518}" destId="{6C6B4CBC-3347-4577-9E49-85C65402CE34}" srcOrd="0" destOrd="0" presId="urn:microsoft.com/office/officeart/2005/8/layout/hProcess11"/>
    <dgm:cxn modelId="{8AF0B90C-F6E5-4354-AC70-214AC70BE638}" type="presParOf" srcId="{10213D37-7C7E-4ABE-AA81-B9D74CFD6518}" destId="{1CBC0E0F-459E-4C03-B7D7-88A75D102B0F}" srcOrd="1" destOrd="0" presId="urn:microsoft.com/office/officeart/2005/8/layout/hProcess11"/>
    <dgm:cxn modelId="{31DCB468-94F7-4929-A027-AFE9C90A80FD}" type="presParOf" srcId="{1CBC0E0F-459E-4C03-B7D7-88A75D102B0F}" destId="{3ADE845E-E33A-47C6-816E-5F7749E31CF7}" srcOrd="0" destOrd="0" presId="urn:microsoft.com/office/officeart/2005/8/layout/hProcess11"/>
    <dgm:cxn modelId="{1F12ED2E-403F-47E0-B834-F794B7B6904D}" type="presParOf" srcId="{3ADE845E-E33A-47C6-816E-5F7749E31CF7}" destId="{794AD924-8312-47D6-8617-6357BEDE239D}" srcOrd="0" destOrd="0" presId="urn:microsoft.com/office/officeart/2005/8/layout/hProcess11"/>
    <dgm:cxn modelId="{30B54904-EA06-4950-947B-4EA021DF3618}" type="presParOf" srcId="{3ADE845E-E33A-47C6-816E-5F7749E31CF7}" destId="{07F19CDE-552F-4F1E-9A94-59E08EE237A5}" srcOrd="1" destOrd="0" presId="urn:microsoft.com/office/officeart/2005/8/layout/hProcess11"/>
    <dgm:cxn modelId="{261033DF-31FA-4214-A0E2-487B916AAED2}" type="presParOf" srcId="{3ADE845E-E33A-47C6-816E-5F7749E31CF7}" destId="{539863EF-1D3C-44C9-99C1-B88B91BBBB4C}" srcOrd="2" destOrd="0" presId="urn:microsoft.com/office/officeart/2005/8/layout/hProcess11"/>
    <dgm:cxn modelId="{9C33FB49-19FB-43FD-9313-2E578C386468}" type="presParOf" srcId="{1CBC0E0F-459E-4C03-B7D7-88A75D102B0F}" destId="{DCD2E920-FD92-476B-850D-0BE52494721F}" srcOrd="1" destOrd="0" presId="urn:microsoft.com/office/officeart/2005/8/layout/hProcess11"/>
    <dgm:cxn modelId="{9D40491C-0C34-49F4-AA6F-C034253727FD}" type="presParOf" srcId="{1CBC0E0F-459E-4C03-B7D7-88A75D102B0F}" destId="{474EE0EA-254E-42FF-89D5-C1D96C3EDC09}" srcOrd="2" destOrd="0" presId="urn:microsoft.com/office/officeart/2005/8/layout/hProcess11"/>
    <dgm:cxn modelId="{185CBDF5-9A04-4615-B034-ADFC0BB16598}" type="presParOf" srcId="{474EE0EA-254E-42FF-89D5-C1D96C3EDC09}" destId="{9C530D45-A372-4F0A-9AEB-19830F98A4BC}" srcOrd="0" destOrd="0" presId="urn:microsoft.com/office/officeart/2005/8/layout/hProcess11"/>
    <dgm:cxn modelId="{54F56CEA-1096-4464-A8D4-7A6E07D28A41}" type="presParOf" srcId="{474EE0EA-254E-42FF-89D5-C1D96C3EDC09}" destId="{8031EA3A-64C0-4C54-B668-BE51D23EC858}" srcOrd="1" destOrd="0" presId="urn:microsoft.com/office/officeart/2005/8/layout/hProcess11"/>
    <dgm:cxn modelId="{AC6D6002-0DC4-4591-862E-59E329FC63FF}" type="presParOf" srcId="{474EE0EA-254E-42FF-89D5-C1D96C3EDC09}" destId="{EF314E09-88B4-4EE9-969A-BD5A6078AFAA}" srcOrd="2" destOrd="0" presId="urn:microsoft.com/office/officeart/2005/8/layout/hProcess11"/>
    <dgm:cxn modelId="{730D44DD-D3CA-4DF2-B301-74A30F0BB2AB}" type="presParOf" srcId="{1CBC0E0F-459E-4C03-B7D7-88A75D102B0F}" destId="{B1DA5FC3-D28B-4A13-8C20-18CB7B4D56DF}" srcOrd="3" destOrd="0" presId="urn:microsoft.com/office/officeart/2005/8/layout/hProcess11"/>
    <dgm:cxn modelId="{9CF5BC28-12EF-441E-9C6F-ED53E37BFE3B}" type="presParOf" srcId="{1CBC0E0F-459E-4C03-B7D7-88A75D102B0F}" destId="{E7093D17-3001-48EA-810E-1753ACB9586E}" srcOrd="4" destOrd="0" presId="urn:microsoft.com/office/officeart/2005/8/layout/hProcess11"/>
    <dgm:cxn modelId="{8AFAE1C0-592D-4551-AD6B-944A6720498A}" type="presParOf" srcId="{E7093D17-3001-48EA-810E-1753ACB9586E}" destId="{E7760564-43E2-4300-9173-E04A6C1D5478}" srcOrd="0" destOrd="0" presId="urn:microsoft.com/office/officeart/2005/8/layout/hProcess11"/>
    <dgm:cxn modelId="{A7C6690D-1410-4570-A5F2-F5428277B65C}" type="presParOf" srcId="{E7093D17-3001-48EA-810E-1753ACB9586E}" destId="{0474F2EF-FB3F-47FC-B168-020809F0C321}" srcOrd="1" destOrd="0" presId="urn:microsoft.com/office/officeart/2005/8/layout/hProcess11"/>
    <dgm:cxn modelId="{FC0009F8-2E6C-4448-8AC1-E710B9172E59}" type="presParOf" srcId="{E7093D17-3001-48EA-810E-1753ACB9586E}" destId="{B17BFCCE-F495-45FD-B20E-67CED45D5044}" srcOrd="2" destOrd="0" presId="urn:microsoft.com/office/officeart/2005/8/layout/hProcess11"/>
    <dgm:cxn modelId="{23D18704-ECAA-4CCD-B203-B7B19F45A4BF}" type="presParOf" srcId="{1CBC0E0F-459E-4C03-B7D7-88A75D102B0F}" destId="{CCDE44AD-D623-4F7A-A954-2A1B551C630F}" srcOrd="5" destOrd="0" presId="urn:microsoft.com/office/officeart/2005/8/layout/hProcess11"/>
    <dgm:cxn modelId="{9975A56A-3C78-4833-AF06-A91C3C8A8298}" type="presParOf" srcId="{1CBC0E0F-459E-4C03-B7D7-88A75D102B0F}" destId="{8D320E3E-580B-4012-83A5-736680F7340D}" srcOrd="6" destOrd="0" presId="urn:microsoft.com/office/officeart/2005/8/layout/hProcess11"/>
    <dgm:cxn modelId="{8FE96561-73DE-4422-8589-DFA586CCE984}" type="presParOf" srcId="{8D320E3E-580B-4012-83A5-736680F7340D}" destId="{FB580EDD-12CE-4C09-8B2B-894221EA24F6}" srcOrd="0" destOrd="0" presId="urn:microsoft.com/office/officeart/2005/8/layout/hProcess11"/>
    <dgm:cxn modelId="{1A1B4C41-8444-49C8-A3B6-32F1E85AC8C2}" type="presParOf" srcId="{8D320E3E-580B-4012-83A5-736680F7340D}" destId="{131E6619-CF1C-494C-84BE-E6F430175D72}" srcOrd="1" destOrd="0" presId="urn:microsoft.com/office/officeart/2005/8/layout/hProcess11"/>
    <dgm:cxn modelId="{E6760B5B-339C-4739-BBAF-DC0E335BAC72}" type="presParOf" srcId="{8D320E3E-580B-4012-83A5-736680F7340D}" destId="{197FE5C9-6561-48C6-A81B-B50C8A0A82C1}" srcOrd="2" destOrd="0" presId="urn:microsoft.com/office/officeart/2005/8/layout/hProcess11"/>
    <dgm:cxn modelId="{0C5B1014-ED97-46FC-92EB-29CD3188A198}" type="presParOf" srcId="{1CBC0E0F-459E-4C03-B7D7-88A75D102B0F}" destId="{7D6C0F4A-0CE9-4432-A2EE-C5CC1F991CA7}" srcOrd="7" destOrd="0" presId="urn:microsoft.com/office/officeart/2005/8/layout/hProcess11"/>
    <dgm:cxn modelId="{87CA1BC7-59FB-4405-B20F-5DEDCD0013B4}" type="presParOf" srcId="{1CBC0E0F-459E-4C03-B7D7-88A75D102B0F}" destId="{6B78EAA7-23BB-4FFF-8C1C-14FA216E4A6D}" srcOrd="8" destOrd="0" presId="urn:microsoft.com/office/officeart/2005/8/layout/hProcess11"/>
    <dgm:cxn modelId="{D1719D8F-824E-4B34-A206-386E11C67B6A}" type="presParOf" srcId="{6B78EAA7-23BB-4FFF-8C1C-14FA216E4A6D}" destId="{D87307D0-7188-448B-9156-783E5FBC7017}" srcOrd="0" destOrd="0" presId="urn:microsoft.com/office/officeart/2005/8/layout/hProcess11"/>
    <dgm:cxn modelId="{A3EA65AD-5476-4396-829B-382E166081E8}" type="presParOf" srcId="{6B78EAA7-23BB-4FFF-8C1C-14FA216E4A6D}" destId="{9CBF19F9-0428-4F9F-B523-3F670971ED31}" srcOrd="1" destOrd="0" presId="urn:microsoft.com/office/officeart/2005/8/layout/hProcess11"/>
    <dgm:cxn modelId="{093C04C1-1C16-4CC6-9CDF-02B706835255}" type="presParOf" srcId="{6B78EAA7-23BB-4FFF-8C1C-14FA216E4A6D}" destId="{94E01361-BF77-4A80-BDCB-2BB889A242EB}" srcOrd="2" destOrd="0" presId="urn:microsoft.com/office/officeart/2005/8/layout/hProcess11"/>
    <dgm:cxn modelId="{173DA3AA-119B-4317-9E96-6FCC376385F1}" type="presParOf" srcId="{1CBC0E0F-459E-4C03-B7D7-88A75D102B0F}" destId="{F6384B0F-B306-47D5-9E60-86F725FB8CD8}" srcOrd="9" destOrd="0" presId="urn:microsoft.com/office/officeart/2005/8/layout/hProcess11"/>
    <dgm:cxn modelId="{83E207A1-4385-47F0-B1D3-537FA604D256}" type="presParOf" srcId="{1CBC0E0F-459E-4C03-B7D7-88A75D102B0F}" destId="{1A6BC37B-4D3F-4440-A78D-E11DD7B14428}" srcOrd="10" destOrd="0" presId="urn:microsoft.com/office/officeart/2005/8/layout/hProcess11"/>
    <dgm:cxn modelId="{C5BA2844-5888-454C-9982-3754B264F333}" type="presParOf" srcId="{1A6BC37B-4D3F-4440-A78D-E11DD7B14428}" destId="{A254C62D-5748-468F-939F-ACB671165AB3}" srcOrd="0" destOrd="0" presId="urn:microsoft.com/office/officeart/2005/8/layout/hProcess11"/>
    <dgm:cxn modelId="{A4612283-FA5D-4106-991B-0BCF16069249}" type="presParOf" srcId="{1A6BC37B-4D3F-4440-A78D-E11DD7B14428}" destId="{826B70E7-B62C-4D1B-905F-4920D75B682C}" srcOrd="1" destOrd="0" presId="urn:microsoft.com/office/officeart/2005/8/layout/hProcess11"/>
    <dgm:cxn modelId="{9453500B-4F88-49C6-BFFB-3E83B1996C75}" type="presParOf" srcId="{1A6BC37B-4D3F-4440-A78D-E11DD7B14428}" destId="{0F9F1C9B-6190-4798-ABCD-71CCE7F090D0}" srcOrd="2" destOrd="0" presId="urn:microsoft.com/office/officeart/2005/8/layout/hProcess11"/>
    <dgm:cxn modelId="{E0E37848-4A70-4F30-BEA9-A9E79F9781A2}" type="presParOf" srcId="{1CBC0E0F-459E-4C03-B7D7-88A75D102B0F}" destId="{EB1ED392-DF8B-4899-882D-D069ED4E51A1}" srcOrd="11" destOrd="0" presId="urn:microsoft.com/office/officeart/2005/8/layout/hProcess11"/>
    <dgm:cxn modelId="{A0C0C4CE-107C-430C-A693-3BDF24C10291}" type="presParOf" srcId="{1CBC0E0F-459E-4C03-B7D7-88A75D102B0F}" destId="{7D5DECAD-1E1E-488A-AEBB-841DE44ED7F2}" srcOrd="12" destOrd="0" presId="urn:microsoft.com/office/officeart/2005/8/layout/hProcess11"/>
    <dgm:cxn modelId="{EDDB8CD2-821C-431D-8ED4-651C57452732}" type="presParOf" srcId="{7D5DECAD-1E1E-488A-AEBB-841DE44ED7F2}" destId="{09FD50EA-8632-42DD-B9F1-D6EB084AF6BD}" srcOrd="0" destOrd="0" presId="urn:microsoft.com/office/officeart/2005/8/layout/hProcess11"/>
    <dgm:cxn modelId="{A5712F14-93D2-4DA0-B289-2383C226EAA1}" type="presParOf" srcId="{7D5DECAD-1E1E-488A-AEBB-841DE44ED7F2}" destId="{A85A0308-1034-462C-80F9-38F63298FE49}" srcOrd="1" destOrd="0" presId="urn:microsoft.com/office/officeart/2005/8/layout/hProcess11"/>
    <dgm:cxn modelId="{7BA6E726-586E-451F-AB51-95C83979C782}" type="presParOf" srcId="{7D5DECAD-1E1E-488A-AEBB-841DE44ED7F2}" destId="{999B11E4-E764-41D4-8591-890EA21BF402}" srcOrd="2" destOrd="0" presId="urn:microsoft.com/office/officeart/2005/8/layout/hProcess1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86CA9D4-20A6-4B1C-B699-0FB190ADBFC8}"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tr-TR"/>
        </a:p>
      </dgm:t>
    </dgm:pt>
    <dgm:pt modelId="{4807C38A-222F-42D0-A412-821DFF910757}">
      <dgm:prSet phldrT="[Metin]"/>
      <dgm:spPr/>
      <dgm:t>
        <a:bodyPr/>
        <a:lstStyle/>
        <a:p>
          <a:r>
            <a:rPr lang="it-IT" b="0" i="0" dirty="0"/>
            <a:t>Baş Tipi (Başa monte edilen)</a:t>
          </a:r>
          <a:endParaRPr lang="tr-TR" dirty="0"/>
        </a:p>
      </dgm:t>
    </dgm:pt>
    <dgm:pt modelId="{8F92ACB2-88A8-4EC1-85A1-3AE388524AAD}" type="parTrans" cxnId="{335E320E-727C-4CA4-9A15-F515DB41E2DD}">
      <dgm:prSet/>
      <dgm:spPr/>
      <dgm:t>
        <a:bodyPr/>
        <a:lstStyle/>
        <a:p>
          <a:endParaRPr lang="tr-TR"/>
        </a:p>
      </dgm:t>
    </dgm:pt>
    <dgm:pt modelId="{29CE7AD9-166E-4947-B5E7-AC40D0834C17}" type="sibTrans" cxnId="{335E320E-727C-4CA4-9A15-F515DB41E2DD}">
      <dgm:prSet/>
      <dgm:spPr/>
      <dgm:t>
        <a:bodyPr/>
        <a:lstStyle/>
        <a:p>
          <a:endParaRPr lang="tr-TR"/>
        </a:p>
      </dgm:t>
    </dgm:pt>
    <dgm:pt modelId="{39D8B5E7-FC09-4A83-9174-0DE82C4275EF}">
      <dgm:prSet phldrT="[Metin]"/>
      <dgm:spPr/>
      <dgm:t>
        <a:bodyPr/>
        <a:lstStyle/>
        <a:p>
          <a:r>
            <a:rPr lang="tr-TR" b="0" i="0" dirty="0"/>
            <a:t>Başa monte edilen Artırılmış Gerçeklik görüntüleyiciler doğrudan gerçek ortam ile bağlantı kurulmasını sağlar. Bu tip sistemler geçmişten günümüze yapılan geliştirmelerle daha kullanışlı hale gelmişlerdir. Geliştirilen baş tipi görüntüleyici modellerinden bazıları ekranda görülmektedir.</a:t>
          </a:r>
          <a:endParaRPr lang="tr-TR" dirty="0"/>
        </a:p>
      </dgm:t>
    </dgm:pt>
    <dgm:pt modelId="{B45171D8-F59C-4308-8AE5-0599FE8CBB9B}" type="parTrans" cxnId="{A8870E3B-DA6D-4DDD-9819-2A1B876E6CFD}">
      <dgm:prSet/>
      <dgm:spPr/>
      <dgm:t>
        <a:bodyPr/>
        <a:lstStyle/>
        <a:p>
          <a:endParaRPr lang="tr-TR"/>
        </a:p>
      </dgm:t>
    </dgm:pt>
    <dgm:pt modelId="{7C44EAB2-3FBD-45CB-9808-D22777DB89FB}" type="sibTrans" cxnId="{A8870E3B-DA6D-4DDD-9819-2A1B876E6CFD}">
      <dgm:prSet/>
      <dgm:spPr/>
      <dgm:t>
        <a:bodyPr/>
        <a:lstStyle/>
        <a:p>
          <a:endParaRPr lang="tr-TR"/>
        </a:p>
      </dgm:t>
    </dgm:pt>
    <dgm:pt modelId="{DFA414BF-A88A-465F-AB37-E339EE804851}">
      <dgm:prSet phldrT="[Metin]"/>
      <dgm:spPr/>
      <dgm:t>
        <a:bodyPr/>
        <a:lstStyle/>
        <a:p>
          <a:r>
            <a:rPr lang="tr-TR" b="0" i="0" dirty="0"/>
            <a:t>El Tipi (Taşınabilir)</a:t>
          </a:r>
          <a:endParaRPr lang="tr-TR" dirty="0"/>
        </a:p>
      </dgm:t>
    </dgm:pt>
    <dgm:pt modelId="{8DCDA98C-678C-4258-811C-4154953BC6EC}" type="parTrans" cxnId="{A626B32F-EEA1-423B-BB49-DE627F2656DA}">
      <dgm:prSet/>
      <dgm:spPr/>
      <dgm:t>
        <a:bodyPr/>
        <a:lstStyle/>
        <a:p>
          <a:endParaRPr lang="tr-TR"/>
        </a:p>
      </dgm:t>
    </dgm:pt>
    <dgm:pt modelId="{0C7F2F9A-C23D-4B92-BCA6-CCEA5A263641}" type="sibTrans" cxnId="{A626B32F-EEA1-423B-BB49-DE627F2656DA}">
      <dgm:prSet/>
      <dgm:spPr/>
      <dgm:t>
        <a:bodyPr/>
        <a:lstStyle/>
        <a:p>
          <a:endParaRPr lang="tr-TR"/>
        </a:p>
      </dgm:t>
    </dgm:pt>
    <dgm:pt modelId="{62024387-4761-482C-8E3D-86BBADA49CF1}">
      <dgm:prSet phldrT="[Metin]"/>
      <dgm:spPr/>
      <dgm:t>
        <a:bodyPr/>
        <a:lstStyle/>
        <a:p>
          <a:r>
            <a:rPr lang="tr-TR" b="0" i="0" dirty="0"/>
            <a:t>Elde taşınan görüntüleyici tiplerinin video, optik ve projektör görüntüleyiciler şeklinde üç türü bulunmaktadır. Bu tip görüntüleyicilerin son zamanlarda Artırılmış Gerçekliğin günlük yaşamda kullanımında oldukça büyük bir etkisi olmuştur.</a:t>
          </a:r>
          <a:endParaRPr lang="tr-TR" dirty="0"/>
        </a:p>
      </dgm:t>
    </dgm:pt>
    <dgm:pt modelId="{1BBC2EE6-E2FA-4E18-BD8E-2124A153A429}" type="parTrans" cxnId="{A2F4C643-67AA-4AC4-9E06-DB90A59BA16F}">
      <dgm:prSet/>
      <dgm:spPr/>
      <dgm:t>
        <a:bodyPr/>
        <a:lstStyle/>
        <a:p>
          <a:endParaRPr lang="tr-TR"/>
        </a:p>
      </dgm:t>
    </dgm:pt>
    <dgm:pt modelId="{0D6EE86C-8F49-415C-83C3-B0AD0C654AEF}" type="sibTrans" cxnId="{A2F4C643-67AA-4AC4-9E06-DB90A59BA16F}">
      <dgm:prSet/>
      <dgm:spPr/>
      <dgm:t>
        <a:bodyPr/>
        <a:lstStyle/>
        <a:p>
          <a:endParaRPr lang="tr-TR"/>
        </a:p>
      </dgm:t>
    </dgm:pt>
    <dgm:pt modelId="{8794232E-49CE-4C4D-BE42-630ECC19DA00}">
      <dgm:prSet phldrT="[Metin]"/>
      <dgm:spPr/>
      <dgm:t>
        <a:bodyPr/>
        <a:lstStyle/>
        <a:p>
          <a:r>
            <a:rPr lang="tr-TR" b="0" i="0" dirty="0"/>
            <a:t>Uzamsal Tip</a:t>
          </a:r>
          <a:endParaRPr lang="tr-TR" dirty="0"/>
        </a:p>
      </dgm:t>
    </dgm:pt>
    <dgm:pt modelId="{5027B956-997C-4367-BE62-FEB9707B6476}" type="parTrans" cxnId="{0B92A51A-FCAD-4682-9BE1-953743DABA24}">
      <dgm:prSet/>
      <dgm:spPr/>
      <dgm:t>
        <a:bodyPr/>
        <a:lstStyle/>
        <a:p>
          <a:endParaRPr lang="tr-TR"/>
        </a:p>
      </dgm:t>
    </dgm:pt>
    <dgm:pt modelId="{3DED9606-4AAA-433A-A8A1-0CD50015B267}" type="sibTrans" cxnId="{0B92A51A-FCAD-4682-9BE1-953743DABA24}">
      <dgm:prSet/>
      <dgm:spPr/>
      <dgm:t>
        <a:bodyPr/>
        <a:lstStyle/>
        <a:p>
          <a:endParaRPr lang="tr-TR"/>
        </a:p>
      </dgm:t>
    </dgm:pt>
    <dgm:pt modelId="{910B8235-13A4-46A5-B515-5DC84C3519EF}">
      <dgm:prSet phldrT="[Metin]"/>
      <dgm:spPr/>
      <dgm:t>
        <a:bodyPr/>
        <a:lstStyle/>
        <a:p>
          <a:r>
            <a:rPr lang="tr-TR" dirty="0"/>
            <a:t>Genellikle eğitimde kullanılan artırılmış gerçeklik türüdür. </a:t>
          </a:r>
        </a:p>
      </dgm:t>
    </dgm:pt>
    <dgm:pt modelId="{CBCAAEC9-EA14-4782-8EB9-5C7F48ED8F23}" type="parTrans" cxnId="{ECD4E736-E1ED-4AE6-8929-8F746FF31B04}">
      <dgm:prSet/>
      <dgm:spPr/>
      <dgm:t>
        <a:bodyPr/>
        <a:lstStyle/>
        <a:p>
          <a:endParaRPr lang="tr-TR"/>
        </a:p>
      </dgm:t>
    </dgm:pt>
    <dgm:pt modelId="{6C3D65C6-C8C2-4B6D-BA2C-6ED1B96F7DDD}" type="sibTrans" cxnId="{ECD4E736-E1ED-4AE6-8929-8F746FF31B04}">
      <dgm:prSet/>
      <dgm:spPr/>
      <dgm:t>
        <a:bodyPr/>
        <a:lstStyle/>
        <a:p>
          <a:endParaRPr lang="tr-TR"/>
        </a:p>
      </dgm:t>
    </dgm:pt>
    <dgm:pt modelId="{3CF5D4CF-8F73-4E50-A7C0-1A626E5F29DB}" type="pres">
      <dgm:prSet presAssocID="{E86CA9D4-20A6-4B1C-B699-0FB190ADBFC8}" presName="Name0" presStyleCnt="0">
        <dgm:presLayoutVars>
          <dgm:dir/>
          <dgm:animLvl val="lvl"/>
          <dgm:resizeHandles val="exact"/>
        </dgm:presLayoutVars>
      </dgm:prSet>
      <dgm:spPr/>
    </dgm:pt>
    <dgm:pt modelId="{93391DA5-602F-4B2C-9BCD-FF8703D76EC9}" type="pres">
      <dgm:prSet presAssocID="{4807C38A-222F-42D0-A412-821DFF910757}" presName="linNode" presStyleCnt="0"/>
      <dgm:spPr/>
    </dgm:pt>
    <dgm:pt modelId="{8A26FEFF-2895-4A97-8076-6BF88EE7F089}" type="pres">
      <dgm:prSet presAssocID="{4807C38A-222F-42D0-A412-821DFF910757}" presName="parentText" presStyleLbl="node1" presStyleIdx="0" presStyleCnt="3">
        <dgm:presLayoutVars>
          <dgm:chMax val="1"/>
          <dgm:bulletEnabled val="1"/>
        </dgm:presLayoutVars>
      </dgm:prSet>
      <dgm:spPr/>
    </dgm:pt>
    <dgm:pt modelId="{78E47064-3C8E-400D-8806-5F4C38DA8DE2}" type="pres">
      <dgm:prSet presAssocID="{4807C38A-222F-42D0-A412-821DFF910757}" presName="descendantText" presStyleLbl="alignAccFollowNode1" presStyleIdx="0" presStyleCnt="3">
        <dgm:presLayoutVars>
          <dgm:bulletEnabled val="1"/>
        </dgm:presLayoutVars>
      </dgm:prSet>
      <dgm:spPr/>
    </dgm:pt>
    <dgm:pt modelId="{40D4F542-FBF4-4C0D-B53D-0B93C0BE10F5}" type="pres">
      <dgm:prSet presAssocID="{29CE7AD9-166E-4947-B5E7-AC40D0834C17}" presName="sp" presStyleCnt="0"/>
      <dgm:spPr/>
    </dgm:pt>
    <dgm:pt modelId="{2205F3A2-C02A-4542-AEED-AEC6D180F805}" type="pres">
      <dgm:prSet presAssocID="{DFA414BF-A88A-465F-AB37-E339EE804851}" presName="linNode" presStyleCnt="0"/>
      <dgm:spPr/>
    </dgm:pt>
    <dgm:pt modelId="{9CABC217-3E03-45AF-BE5E-41563827003E}" type="pres">
      <dgm:prSet presAssocID="{DFA414BF-A88A-465F-AB37-E339EE804851}" presName="parentText" presStyleLbl="node1" presStyleIdx="1" presStyleCnt="3">
        <dgm:presLayoutVars>
          <dgm:chMax val="1"/>
          <dgm:bulletEnabled val="1"/>
        </dgm:presLayoutVars>
      </dgm:prSet>
      <dgm:spPr/>
    </dgm:pt>
    <dgm:pt modelId="{35F351CF-6C97-4403-B59C-BBE9F86222A2}" type="pres">
      <dgm:prSet presAssocID="{DFA414BF-A88A-465F-AB37-E339EE804851}" presName="descendantText" presStyleLbl="alignAccFollowNode1" presStyleIdx="1" presStyleCnt="3">
        <dgm:presLayoutVars>
          <dgm:bulletEnabled val="1"/>
        </dgm:presLayoutVars>
      </dgm:prSet>
      <dgm:spPr/>
    </dgm:pt>
    <dgm:pt modelId="{BA8AA57E-9561-4675-854D-06FF3D16B606}" type="pres">
      <dgm:prSet presAssocID="{0C7F2F9A-C23D-4B92-BCA6-CCEA5A263641}" presName="sp" presStyleCnt="0"/>
      <dgm:spPr/>
    </dgm:pt>
    <dgm:pt modelId="{F735B754-1E18-4B44-BB10-0FC42D4F8C05}" type="pres">
      <dgm:prSet presAssocID="{8794232E-49CE-4C4D-BE42-630ECC19DA00}" presName="linNode" presStyleCnt="0"/>
      <dgm:spPr/>
    </dgm:pt>
    <dgm:pt modelId="{62FC8B3C-7838-4407-AE4A-CBC6EB0CEF15}" type="pres">
      <dgm:prSet presAssocID="{8794232E-49CE-4C4D-BE42-630ECC19DA00}" presName="parentText" presStyleLbl="node1" presStyleIdx="2" presStyleCnt="3">
        <dgm:presLayoutVars>
          <dgm:chMax val="1"/>
          <dgm:bulletEnabled val="1"/>
        </dgm:presLayoutVars>
      </dgm:prSet>
      <dgm:spPr/>
    </dgm:pt>
    <dgm:pt modelId="{C2D7ECA8-F34B-49F9-846C-65C645725903}" type="pres">
      <dgm:prSet presAssocID="{8794232E-49CE-4C4D-BE42-630ECC19DA00}" presName="descendantText" presStyleLbl="alignAccFollowNode1" presStyleIdx="2" presStyleCnt="3" custScaleX="99631">
        <dgm:presLayoutVars>
          <dgm:bulletEnabled val="1"/>
        </dgm:presLayoutVars>
      </dgm:prSet>
      <dgm:spPr/>
    </dgm:pt>
  </dgm:ptLst>
  <dgm:cxnLst>
    <dgm:cxn modelId="{335E320E-727C-4CA4-9A15-F515DB41E2DD}" srcId="{E86CA9D4-20A6-4B1C-B699-0FB190ADBFC8}" destId="{4807C38A-222F-42D0-A412-821DFF910757}" srcOrd="0" destOrd="0" parTransId="{8F92ACB2-88A8-4EC1-85A1-3AE388524AAD}" sibTransId="{29CE7AD9-166E-4947-B5E7-AC40D0834C17}"/>
    <dgm:cxn modelId="{0B92A51A-FCAD-4682-9BE1-953743DABA24}" srcId="{E86CA9D4-20A6-4B1C-B699-0FB190ADBFC8}" destId="{8794232E-49CE-4C4D-BE42-630ECC19DA00}" srcOrd="2" destOrd="0" parTransId="{5027B956-997C-4367-BE62-FEB9707B6476}" sibTransId="{3DED9606-4AAA-433A-A8A1-0CD50015B267}"/>
    <dgm:cxn modelId="{9573CE1C-8017-4C97-B2B6-24A64AE3FDF0}" type="presOf" srcId="{8794232E-49CE-4C4D-BE42-630ECC19DA00}" destId="{62FC8B3C-7838-4407-AE4A-CBC6EB0CEF15}" srcOrd="0" destOrd="0" presId="urn:microsoft.com/office/officeart/2005/8/layout/vList5"/>
    <dgm:cxn modelId="{A626B32F-EEA1-423B-BB49-DE627F2656DA}" srcId="{E86CA9D4-20A6-4B1C-B699-0FB190ADBFC8}" destId="{DFA414BF-A88A-465F-AB37-E339EE804851}" srcOrd="1" destOrd="0" parTransId="{8DCDA98C-678C-4258-811C-4154953BC6EC}" sibTransId="{0C7F2F9A-C23D-4B92-BCA6-CCEA5A263641}"/>
    <dgm:cxn modelId="{ECD4E736-E1ED-4AE6-8929-8F746FF31B04}" srcId="{8794232E-49CE-4C4D-BE42-630ECC19DA00}" destId="{910B8235-13A4-46A5-B515-5DC84C3519EF}" srcOrd="0" destOrd="0" parTransId="{CBCAAEC9-EA14-4782-8EB9-5C7F48ED8F23}" sibTransId="{6C3D65C6-C8C2-4B6D-BA2C-6ED1B96F7DDD}"/>
    <dgm:cxn modelId="{A8870E3B-DA6D-4DDD-9819-2A1B876E6CFD}" srcId="{4807C38A-222F-42D0-A412-821DFF910757}" destId="{39D8B5E7-FC09-4A83-9174-0DE82C4275EF}" srcOrd="0" destOrd="0" parTransId="{B45171D8-F59C-4308-8AE5-0599FE8CBB9B}" sibTransId="{7C44EAB2-3FBD-45CB-9808-D22777DB89FB}"/>
    <dgm:cxn modelId="{E5B4983E-8088-4CB1-B13B-6002FC640812}" type="presOf" srcId="{DFA414BF-A88A-465F-AB37-E339EE804851}" destId="{9CABC217-3E03-45AF-BE5E-41563827003E}" srcOrd="0" destOrd="0" presId="urn:microsoft.com/office/officeart/2005/8/layout/vList5"/>
    <dgm:cxn modelId="{A2F4C643-67AA-4AC4-9E06-DB90A59BA16F}" srcId="{DFA414BF-A88A-465F-AB37-E339EE804851}" destId="{62024387-4761-482C-8E3D-86BBADA49CF1}" srcOrd="0" destOrd="0" parTransId="{1BBC2EE6-E2FA-4E18-BD8E-2124A153A429}" sibTransId="{0D6EE86C-8F49-415C-83C3-B0AD0C654AEF}"/>
    <dgm:cxn modelId="{652BC54B-6416-428F-ABB6-329CAAFB8DC8}" type="presOf" srcId="{62024387-4761-482C-8E3D-86BBADA49CF1}" destId="{35F351CF-6C97-4403-B59C-BBE9F86222A2}" srcOrd="0" destOrd="0" presId="urn:microsoft.com/office/officeart/2005/8/layout/vList5"/>
    <dgm:cxn modelId="{B73CD654-B55B-49D4-8987-5E2777C7F7C1}" type="presOf" srcId="{910B8235-13A4-46A5-B515-5DC84C3519EF}" destId="{C2D7ECA8-F34B-49F9-846C-65C645725903}" srcOrd="0" destOrd="0" presId="urn:microsoft.com/office/officeart/2005/8/layout/vList5"/>
    <dgm:cxn modelId="{6032FF92-D43E-4F4F-825A-7F82D57D0ED9}" type="presOf" srcId="{39D8B5E7-FC09-4A83-9174-0DE82C4275EF}" destId="{78E47064-3C8E-400D-8806-5F4C38DA8DE2}" srcOrd="0" destOrd="0" presId="urn:microsoft.com/office/officeart/2005/8/layout/vList5"/>
    <dgm:cxn modelId="{02504FD0-1923-431F-97F2-F3C7C6F1332B}" type="presOf" srcId="{E86CA9D4-20A6-4B1C-B699-0FB190ADBFC8}" destId="{3CF5D4CF-8F73-4E50-A7C0-1A626E5F29DB}" srcOrd="0" destOrd="0" presId="urn:microsoft.com/office/officeart/2005/8/layout/vList5"/>
    <dgm:cxn modelId="{ED14EAF9-D6B8-4B78-8057-257E97E1A3C0}" type="presOf" srcId="{4807C38A-222F-42D0-A412-821DFF910757}" destId="{8A26FEFF-2895-4A97-8076-6BF88EE7F089}" srcOrd="0" destOrd="0" presId="urn:microsoft.com/office/officeart/2005/8/layout/vList5"/>
    <dgm:cxn modelId="{1C00F5DF-8E28-43F8-AF94-F122CD6125E1}" type="presParOf" srcId="{3CF5D4CF-8F73-4E50-A7C0-1A626E5F29DB}" destId="{93391DA5-602F-4B2C-9BCD-FF8703D76EC9}" srcOrd="0" destOrd="0" presId="urn:microsoft.com/office/officeart/2005/8/layout/vList5"/>
    <dgm:cxn modelId="{E6D8874E-E163-4437-9369-B8C46449AE7B}" type="presParOf" srcId="{93391DA5-602F-4B2C-9BCD-FF8703D76EC9}" destId="{8A26FEFF-2895-4A97-8076-6BF88EE7F089}" srcOrd="0" destOrd="0" presId="urn:microsoft.com/office/officeart/2005/8/layout/vList5"/>
    <dgm:cxn modelId="{50E3C209-DF80-483E-B67A-4D8582110A25}" type="presParOf" srcId="{93391DA5-602F-4B2C-9BCD-FF8703D76EC9}" destId="{78E47064-3C8E-400D-8806-5F4C38DA8DE2}" srcOrd="1" destOrd="0" presId="urn:microsoft.com/office/officeart/2005/8/layout/vList5"/>
    <dgm:cxn modelId="{86B1930C-E74C-499B-9775-599F7CB1B9BE}" type="presParOf" srcId="{3CF5D4CF-8F73-4E50-A7C0-1A626E5F29DB}" destId="{40D4F542-FBF4-4C0D-B53D-0B93C0BE10F5}" srcOrd="1" destOrd="0" presId="urn:microsoft.com/office/officeart/2005/8/layout/vList5"/>
    <dgm:cxn modelId="{E96EB543-A8B3-45B8-9D19-F4822EDD4716}" type="presParOf" srcId="{3CF5D4CF-8F73-4E50-A7C0-1A626E5F29DB}" destId="{2205F3A2-C02A-4542-AEED-AEC6D180F805}" srcOrd="2" destOrd="0" presId="urn:microsoft.com/office/officeart/2005/8/layout/vList5"/>
    <dgm:cxn modelId="{BD02E528-7081-40C0-A786-CDFEE531C9F8}" type="presParOf" srcId="{2205F3A2-C02A-4542-AEED-AEC6D180F805}" destId="{9CABC217-3E03-45AF-BE5E-41563827003E}" srcOrd="0" destOrd="0" presId="urn:microsoft.com/office/officeart/2005/8/layout/vList5"/>
    <dgm:cxn modelId="{5C1A3550-7375-4C75-919A-313CC583A818}" type="presParOf" srcId="{2205F3A2-C02A-4542-AEED-AEC6D180F805}" destId="{35F351CF-6C97-4403-B59C-BBE9F86222A2}" srcOrd="1" destOrd="0" presId="urn:microsoft.com/office/officeart/2005/8/layout/vList5"/>
    <dgm:cxn modelId="{626697BD-C193-442B-91E1-AEABC1D1DC77}" type="presParOf" srcId="{3CF5D4CF-8F73-4E50-A7C0-1A626E5F29DB}" destId="{BA8AA57E-9561-4675-854D-06FF3D16B606}" srcOrd="3" destOrd="0" presId="urn:microsoft.com/office/officeart/2005/8/layout/vList5"/>
    <dgm:cxn modelId="{6E206C42-A30C-44B7-8F4D-4583E08BD853}" type="presParOf" srcId="{3CF5D4CF-8F73-4E50-A7C0-1A626E5F29DB}" destId="{F735B754-1E18-4B44-BB10-0FC42D4F8C05}" srcOrd="4" destOrd="0" presId="urn:microsoft.com/office/officeart/2005/8/layout/vList5"/>
    <dgm:cxn modelId="{564BDC9A-B79A-4EA0-80EA-101C45415D7B}" type="presParOf" srcId="{F735B754-1E18-4B44-BB10-0FC42D4F8C05}" destId="{62FC8B3C-7838-4407-AE4A-CBC6EB0CEF15}" srcOrd="0" destOrd="0" presId="urn:microsoft.com/office/officeart/2005/8/layout/vList5"/>
    <dgm:cxn modelId="{95C3C191-8659-4B98-93F3-6228B818A296}" type="presParOf" srcId="{F735B754-1E18-4B44-BB10-0FC42D4F8C05}" destId="{C2D7ECA8-F34B-49F9-846C-65C645725903}"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6B4CBC-3347-4577-9E49-85C65402CE34}">
      <dsp:nvSpPr>
        <dsp:cNvPr id="0" name=""/>
        <dsp:cNvSpPr/>
      </dsp:nvSpPr>
      <dsp:spPr>
        <a:xfrm>
          <a:off x="0" y="1192486"/>
          <a:ext cx="10812516" cy="1589981"/>
        </a:xfrm>
        <a:prstGeom prst="notchedRightArrow">
          <a:avLst/>
        </a:prstGeom>
        <a:solidFill>
          <a:schemeClr val="accent1">
            <a:tint val="40000"/>
            <a:hueOff val="0"/>
            <a:satOff val="0"/>
            <a:lumOff val="0"/>
            <a:alphaOff val="0"/>
          </a:schemeClr>
        </a:solidFill>
        <a:ln>
          <a:noFill/>
        </a:ln>
        <a:effectLst/>
        <a:scene3d>
          <a:camera prst="orthographicFront"/>
          <a:lightRig rig="chilly" dir="t"/>
        </a:scene3d>
        <a:sp3d z="-12700" extrusionH="1700" prstMaterial="translucentPowder">
          <a:bevelT w="25400" h="6350" prst="softRound"/>
          <a:bevelB w="0" h="0" prst="convex"/>
        </a:sp3d>
      </dsp:spPr>
      <dsp:style>
        <a:lnRef idx="0">
          <a:scrgbClr r="0" g="0" b="0"/>
        </a:lnRef>
        <a:fillRef idx="1">
          <a:scrgbClr r="0" g="0" b="0"/>
        </a:fillRef>
        <a:effectRef idx="0">
          <a:scrgbClr r="0" g="0" b="0"/>
        </a:effectRef>
        <a:fontRef idx="minor"/>
      </dsp:style>
    </dsp:sp>
    <dsp:sp modelId="{794AD924-8312-47D6-8617-6357BEDE239D}">
      <dsp:nvSpPr>
        <dsp:cNvPr id="0" name=""/>
        <dsp:cNvSpPr/>
      </dsp:nvSpPr>
      <dsp:spPr>
        <a:xfrm>
          <a:off x="831" y="0"/>
          <a:ext cx="1332822" cy="15899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tr-TR" sz="1000" b="1" kern="1200" dirty="0"/>
            <a:t>GİRİŞ</a:t>
          </a:r>
        </a:p>
      </dsp:txBody>
      <dsp:txXfrm>
        <a:off x="831" y="0"/>
        <a:ext cx="1332822" cy="1589981"/>
      </dsp:txXfrm>
    </dsp:sp>
    <dsp:sp modelId="{07F19CDE-552F-4F1E-9A94-59E08EE237A5}">
      <dsp:nvSpPr>
        <dsp:cNvPr id="0" name=""/>
        <dsp:cNvSpPr/>
      </dsp:nvSpPr>
      <dsp:spPr>
        <a:xfrm>
          <a:off x="468494" y="1788729"/>
          <a:ext cx="397495" cy="397495"/>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9C530D45-A372-4F0A-9AEB-19830F98A4BC}">
      <dsp:nvSpPr>
        <dsp:cNvPr id="0" name=""/>
        <dsp:cNvSpPr/>
      </dsp:nvSpPr>
      <dsp:spPr>
        <a:xfrm>
          <a:off x="1400294" y="2384972"/>
          <a:ext cx="1332822" cy="15899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t" anchorCtr="0">
          <a:noAutofit/>
        </a:bodyPr>
        <a:lstStyle/>
        <a:p>
          <a:pPr marL="0" lvl="0" indent="0" algn="ctr" defTabSz="444500">
            <a:lnSpc>
              <a:spcPct val="90000"/>
            </a:lnSpc>
            <a:spcBef>
              <a:spcPct val="0"/>
            </a:spcBef>
            <a:spcAft>
              <a:spcPct val="35000"/>
            </a:spcAft>
            <a:buNone/>
          </a:pPr>
          <a:r>
            <a:rPr lang="tr-TR" sz="1000" b="1" kern="1200" dirty="0"/>
            <a:t>BAŞLANGIÇ - VİDEO İÇERİĞİ</a:t>
          </a:r>
        </a:p>
      </dsp:txBody>
      <dsp:txXfrm>
        <a:off x="1400294" y="2384972"/>
        <a:ext cx="1332822" cy="1589981"/>
      </dsp:txXfrm>
    </dsp:sp>
    <dsp:sp modelId="{8031EA3A-64C0-4C54-B668-BE51D23EC858}">
      <dsp:nvSpPr>
        <dsp:cNvPr id="0" name=""/>
        <dsp:cNvSpPr/>
      </dsp:nvSpPr>
      <dsp:spPr>
        <a:xfrm>
          <a:off x="1867958" y="1788729"/>
          <a:ext cx="397495" cy="397495"/>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E7760564-43E2-4300-9173-E04A6C1D5478}">
      <dsp:nvSpPr>
        <dsp:cNvPr id="0" name=""/>
        <dsp:cNvSpPr/>
      </dsp:nvSpPr>
      <dsp:spPr>
        <a:xfrm>
          <a:off x="2799757" y="0"/>
          <a:ext cx="1332822" cy="15899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tr-TR" sz="1000" b="1" kern="1200" dirty="0"/>
            <a:t>GERÇEKLİK UYGULAMALARI, ARTIRILMIŞ GERÇEKLİK [AR], ARTIRILMIŞ GERÇEKLİK İÇERİĞİ</a:t>
          </a:r>
        </a:p>
        <a:p>
          <a:pPr marL="0" lvl="0" indent="0" algn="ctr" defTabSz="444500">
            <a:lnSpc>
              <a:spcPct val="90000"/>
            </a:lnSpc>
            <a:spcBef>
              <a:spcPct val="0"/>
            </a:spcBef>
            <a:spcAft>
              <a:spcPct val="35000"/>
            </a:spcAft>
            <a:buNone/>
          </a:pPr>
          <a:br>
            <a:rPr lang="tr-TR" sz="1000" b="1" kern="1200" dirty="0"/>
          </a:br>
          <a:r>
            <a:rPr lang="tr-TR" sz="1000" kern="1200" dirty="0"/>
            <a:t>MUSTAFA ALİ BÜSTAN</a:t>
          </a:r>
        </a:p>
      </dsp:txBody>
      <dsp:txXfrm>
        <a:off x="2799757" y="0"/>
        <a:ext cx="1332822" cy="1589981"/>
      </dsp:txXfrm>
    </dsp:sp>
    <dsp:sp modelId="{0474F2EF-FB3F-47FC-B168-020809F0C321}">
      <dsp:nvSpPr>
        <dsp:cNvPr id="0" name=""/>
        <dsp:cNvSpPr/>
      </dsp:nvSpPr>
      <dsp:spPr>
        <a:xfrm>
          <a:off x="3267421" y="1788729"/>
          <a:ext cx="397495" cy="397495"/>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FB580EDD-12CE-4C09-8B2B-894221EA24F6}">
      <dsp:nvSpPr>
        <dsp:cNvPr id="0" name=""/>
        <dsp:cNvSpPr/>
      </dsp:nvSpPr>
      <dsp:spPr>
        <a:xfrm>
          <a:off x="4199221" y="2384972"/>
          <a:ext cx="1332822" cy="15899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t" anchorCtr="0">
          <a:noAutofit/>
        </a:bodyPr>
        <a:lstStyle/>
        <a:p>
          <a:pPr marL="0" lvl="0" indent="0" algn="ctr" defTabSz="444500">
            <a:lnSpc>
              <a:spcPct val="90000"/>
            </a:lnSpc>
            <a:spcBef>
              <a:spcPct val="0"/>
            </a:spcBef>
            <a:spcAft>
              <a:spcPct val="35000"/>
            </a:spcAft>
            <a:buNone/>
          </a:pPr>
          <a:r>
            <a:rPr lang="tr-TR" sz="1000" b="1" kern="1200" dirty="0"/>
            <a:t>ARTIRILMIŞ GERÇEKLİK SİSTEMLERİ, UZAMSAL TİP ÖRNEKLERİ, OPTİK TEMELLİ GERÇEKLİK, VİDEO TEMELLİ GERÇEKLİK</a:t>
          </a:r>
        </a:p>
        <a:p>
          <a:pPr marL="0" lvl="0" indent="0" algn="ctr" defTabSz="444500">
            <a:lnSpc>
              <a:spcPct val="90000"/>
            </a:lnSpc>
            <a:spcBef>
              <a:spcPct val="0"/>
            </a:spcBef>
            <a:spcAft>
              <a:spcPct val="35000"/>
            </a:spcAft>
            <a:buNone/>
          </a:pPr>
          <a:br>
            <a:rPr lang="tr-TR" sz="1000" kern="1200" dirty="0"/>
          </a:br>
          <a:r>
            <a:rPr lang="tr-TR" sz="1000" kern="1200" dirty="0"/>
            <a:t>GÜRBÜZ YUSUF ÖZORHAN</a:t>
          </a:r>
        </a:p>
      </dsp:txBody>
      <dsp:txXfrm>
        <a:off x="4199221" y="2384972"/>
        <a:ext cx="1332822" cy="1589981"/>
      </dsp:txXfrm>
    </dsp:sp>
    <dsp:sp modelId="{131E6619-CF1C-494C-84BE-E6F430175D72}">
      <dsp:nvSpPr>
        <dsp:cNvPr id="0" name=""/>
        <dsp:cNvSpPr/>
      </dsp:nvSpPr>
      <dsp:spPr>
        <a:xfrm>
          <a:off x="4666884" y="1788729"/>
          <a:ext cx="397495" cy="397495"/>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D87307D0-7188-448B-9156-783E5FBC7017}">
      <dsp:nvSpPr>
        <dsp:cNvPr id="0" name=""/>
        <dsp:cNvSpPr/>
      </dsp:nvSpPr>
      <dsp:spPr>
        <a:xfrm>
          <a:off x="5598684" y="0"/>
          <a:ext cx="1332822" cy="15899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tr-TR" sz="1000" b="1" kern="1200" dirty="0"/>
            <a:t>SANAL GERÇEKLİK [VR], METAVERSE KAVRAMI,  ARTIRILMIŞ VE SANAL GERÇEKLİK KARŞILAŞTIRMASI, ARTIRILMIŞ GERÇEKLİK VE SANAL GERÇEKLİĞİ ANLAYALIM</a:t>
          </a:r>
        </a:p>
        <a:p>
          <a:pPr marL="0" lvl="0" indent="0" algn="ctr" defTabSz="444500">
            <a:lnSpc>
              <a:spcPct val="90000"/>
            </a:lnSpc>
            <a:spcBef>
              <a:spcPct val="0"/>
            </a:spcBef>
            <a:spcAft>
              <a:spcPct val="35000"/>
            </a:spcAft>
            <a:buNone/>
          </a:pPr>
          <a:br>
            <a:rPr lang="tr-TR" sz="1000" kern="1200" dirty="0"/>
          </a:br>
          <a:r>
            <a:rPr lang="tr-TR" sz="1000" kern="1200" dirty="0"/>
            <a:t>İBRAHİM ÖZTEPE</a:t>
          </a:r>
        </a:p>
      </dsp:txBody>
      <dsp:txXfrm>
        <a:off x="5598684" y="0"/>
        <a:ext cx="1332822" cy="1589981"/>
      </dsp:txXfrm>
    </dsp:sp>
    <dsp:sp modelId="{9CBF19F9-0428-4F9F-B523-3F670971ED31}">
      <dsp:nvSpPr>
        <dsp:cNvPr id="0" name=""/>
        <dsp:cNvSpPr/>
      </dsp:nvSpPr>
      <dsp:spPr>
        <a:xfrm>
          <a:off x="6066347" y="1788729"/>
          <a:ext cx="397495" cy="397495"/>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A254C62D-5748-468F-939F-ACB671165AB3}">
      <dsp:nvSpPr>
        <dsp:cNvPr id="0" name=""/>
        <dsp:cNvSpPr/>
      </dsp:nvSpPr>
      <dsp:spPr>
        <a:xfrm>
          <a:off x="6998147" y="2384972"/>
          <a:ext cx="1332822" cy="15899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t" anchorCtr="0">
          <a:noAutofit/>
        </a:bodyPr>
        <a:lstStyle/>
        <a:p>
          <a:pPr marL="0" lvl="0" indent="0" algn="ctr" defTabSz="444500">
            <a:lnSpc>
              <a:spcPct val="90000"/>
            </a:lnSpc>
            <a:spcBef>
              <a:spcPct val="0"/>
            </a:spcBef>
            <a:spcAft>
              <a:spcPct val="35000"/>
            </a:spcAft>
            <a:buNone/>
          </a:pPr>
          <a:r>
            <a:rPr lang="tr-TR" sz="1000" b="1" kern="1200" dirty="0"/>
            <a:t>KONU İLE İLGİLİ ETKİNLİK</a:t>
          </a:r>
        </a:p>
      </dsp:txBody>
      <dsp:txXfrm>
        <a:off x="6998147" y="2384972"/>
        <a:ext cx="1332822" cy="1589981"/>
      </dsp:txXfrm>
    </dsp:sp>
    <dsp:sp modelId="{826B70E7-B62C-4D1B-905F-4920D75B682C}">
      <dsp:nvSpPr>
        <dsp:cNvPr id="0" name=""/>
        <dsp:cNvSpPr/>
      </dsp:nvSpPr>
      <dsp:spPr>
        <a:xfrm>
          <a:off x="7465810" y="1788729"/>
          <a:ext cx="397495" cy="397495"/>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09FD50EA-8632-42DD-B9F1-D6EB084AF6BD}">
      <dsp:nvSpPr>
        <dsp:cNvPr id="0" name=""/>
        <dsp:cNvSpPr/>
      </dsp:nvSpPr>
      <dsp:spPr>
        <a:xfrm>
          <a:off x="8397610" y="0"/>
          <a:ext cx="1332822" cy="15899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1120" tIns="71120" rIns="71120" bIns="71120" numCol="1" spcCol="1270" anchor="b" anchorCtr="0">
          <a:noAutofit/>
        </a:bodyPr>
        <a:lstStyle/>
        <a:p>
          <a:pPr marL="0" lvl="0" indent="0" algn="ctr" defTabSz="444500">
            <a:lnSpc>
              <a:spcPct val="90000"/>
            </a:lnSpc>
            <a:spcBef>
              <a:spcPct val="0"/>
            </a:spcBef>
            <a:spcAft>
              <a:spcPct val="35000"/>
            </a:spcAft>
            <a:buNone/>
          </a:pPr>
          <a:r>
            <a:rPr lang="tr-TR" sz="1000" b="1" kern="1200" dirty="0"/>
            <a:t>BİTİŞ</a:t>
          </a:r>
        </a:p>
      </dsp:txBody>
      <dsp:txXfrm>
        <a:off x="8397610" y="0"/>
        <a:ext cx="1332822" cy="1589981"/>
      </dsp:txXfrm>
    </dsp:sp>
    <dsp:sp modelId="{A85A0308-1034-462C-80F9-38F63298FE49}">
      <dsp:nvSpPr>
        <dsp:cNvPr id="0" name=""/>
        <dsp:cNvSpPr/>
      </dsp:nvSpPr>
      <dsp:spPr>
        <a:xfrm>
          <a:off x="8865274" y="1788729"/>
          <a:ext cx="397495" cy="397495"/>
        </a:xfrm>
        <a:prstGeom prst="ellipse">
          <a:avLst/>
        </a:prstGeom>
        <a:solidFill>
          <a:schemeClr val="accent1">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E47064-3C8E-400D-8806-5F4C38DA8DE2}">
      <dsp:nvSpPr>
        <dsp:cNvPr id="0" name=""/>
        <dsp:cNvSpPr/>
      </dsp:nvSpPr>
      <dsp:spPr>
        <a:xfrm rot="5400000">
          <a:off x="6418972" y="-2652279"/>
          <a:ext cx="940792" cy="6484112"/>
        </a:xfrm>
        <a:prstGeom prst="round2SameRect">
          <a:avLst/>
        </a:prstGeom>
        <a:solidFill>
          <a:schemeClr val="accent1">
            <a:alpha val="90000"/>
            <a:tint val="40000"/>
            <a:hueOff val="0"/>
            <a:satOff val="0"/>
            <a:lumOff val="0"/>
            <a:alphaOff val="0"/>
          </a:schemeClr>
        </a:solidFill>
        <a:ln w="19050"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tr-TR" sz="1400" b="0" i="0" kern="1200" dirty="0"/>
            <a:t>Başa monte edilen Artırılmış Gerçeklik görüntüleyiciler doğrudan gerçek ortam ile bağlantı kurulmasını sağlar. Bu tip sistemler geçmişten günümüze yapılan geliştirmelerle daha kullanışlı hale gelmişlerdir. Geliştirilen baş tipi görüntüleyici modellerinden bazıları ekranda görülmektedir.</a:t>
          </a:r>
          <a:endParaRPr lang="tr-TR" sz="1400" kern="1200" dirty="0"/>
        </a:p>
      </dsp:txBody>
      <dsp:txXfrm rot="-5400000">
        <a:off x="3647312" y="165307"/>
        <a:ext cx="6438186" cy="848940"/>
      </dsp:txXfrm>
    </dsp:sp>
    <dsp:sp modelId="{8A26FEFF-2895-4A97-8076-6BF88EE7F089}">
      <dsp:nvSpPr>
        <dsp:cNvPr id="0" name=""/>
        <dsp:cNvSpPr/>
      </dsp:nvSpPr>
      <dsp:spPr>
        <a:xfrm>
          <a:off x="0" y="1781"/>
          <a:ext cx="3647313" cy="117599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62865" rIns="125730" bIns="62865" numCol="1" spcCol="1270" anchor="ctr" anchorCtr="0">
          <a:noAutofit/>
        </a:bodyPr>
        <a:lstStyle/>
        <a:p>
          <a:pPr marL="0" lvl="0" indent="0" algn="ctr" defTabSz="1466850">
            <a:lnSpc>
              <a:spcPct val="90000"/>
            </a:lnSpc>
            <a:spcBef>
              <a:spcPct val="0"/>
            </a:spcBef>
            <a:spcAft>
              <a:spcPct val="35000"/>
            </a:spcAft>
            <a:buNone/>
          </a:pPr>
          <a:r>
            <a:rPr lang="it-IT" sz="3300" b="0" i="0" kern="1200" dirty="0"/>
            <a:t>Baş Tipi (Başa monte edilen)</a:t>
          </a:r>
          <a:endParaRPr lang="tr-TR" sz="3300" kern="1200" dirty="0"/>
        </a:p>
      </dsp:txBody>
      <dsp:txXfrm>
        <a:off x="57407" y="59188"/>
        <a:ext cx="3532499" cy="1061176"/>
      </dsp:txXfrm>
    </dsp:sp>
    <dsp:sp modelId="{35F351CF-6C97-4403-B59C-BBE9F86222A2}">
      <dsp:nvSpPr>
        <dsp:cNvPr id="0" name=""/>
        <dsp:cNvSpPr/>
      </dsp:nvSpPr>
      <dsp:spPr>
        <a:xfrm rot="5400000">
          <a:off x="6418972" y="-1417489"/>
          <a:ext cx="940792" cy="6484112"/>
        </a:xfrm>
        <a:prstGeom prst="round2SameRect">
          <a:avLst/>
        </a:prstGeom>
        <a:solidFill>
          <a:schemeClr val="accent1">
            <a:alpha val="90000"/>
            <a:tint val="40000"/>
            <a:hueOff val="0"/>
            <a:satOff val="0"/>
            <a:lumOff val="0"/>
            <a:alphaOff val="0"/>
          </a:schemeClr>
        </a:solidFill>
        <a:ln w="19050"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tr-TR" sz="1400" b="0" i="0" kern="1200" dirty="0"/>
            <a:t>Elde taşınan görüntüleyici tiplerinin video, optik ve projektör görüntüleyiciler şeklinde üç türü bulunmaktadır. Bu tip görüntüleyicilerin son zamanlarda Artırılmış Gerçekliğin günlük yaşamda kullanımında oldukça büyük bir etkisi olmuştur.</a:t>
          </a:r>
          <a:endParaRPr lang="tr-TR" sz="1400" kern="1200" dirty="0"/>
        </a:p>
      </dsp:txBody>
      <dsp:txXfrm rot="-5400000">
        <a:off x="3647312" y="1400097"/>
        <a:ext cx="6438186" cy="848940"/>
      </dsp:txXfrm>
    </dsp:sp>
    <dsp:sp modelId="{9CABC217-3E03-45AF-BE5E-41563827003E}">
      <dsp:nvSpPr>
        <dsp:cNvPr id="0" name=""/>
        <dsp:cNvSpPr/>
      </dsp:nvSpPr>
      <dsp:spPr>
        <a:xfrm>
          <a:off x="0" y="1236571"/>
          <a:ext cx="3647313" cy="117599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62865" rIns="125730" bIns="62865" numCol="1" spcCol="1270" anchor="ctr" anchorCtr="0">
          <a:noAutofit/>
        </a:bodyPr>
        <a:lstStyle/>
        <a:p>
          <a:pPr marL="0" lvl="0" indent="0" algn="ctr" defTabSz="1466850">
            <a:lnSpc>
              <a:spcPct val="90000"/>
            </a:lnSpc>
            <a:spcBef>
              <a:spcPct val="0"/>
            </a:spcBef>
            <a:spcAft>
              <a:spcPct val="35000"/>
            </a:spcAft>
            <a:buNone/>
          </a:pPr>
          <a:r>
            <a:rPr lang="tr-TR" sz="3300" b="0" i="0" kern="1200" dirty="0"/>
            <a:t>El Tipi (Taşınabilir)</a:t>
          </a:r>
          <a:endParaRPr lang="tr-TR" sz="3300" kern="1200" dirty="0"/>
        </a:p>
      </dsp:txBody>
      <dsp:txXfrm>
        <a:off x="57407" y="1293978"/>
        <a:ext cx="3532499" cy="1061176"/>
      </dsp:txXfrm>
    </dsp:sp>
    <dsp:sp modelId="{C2D7ECA8-F34B-49F9-846C-65C645725903}">
      <dsp:nvSpPr>
        <dsp:cNvPr id="0" name=""/>
        <dsp:cNvSpPr/>
      </dsp:nvSpPr>
      <dsp:spPr>
        <a:xfrm rot="5400000">
          <a:off x="6407009" y="-170736"/>
          <a:ext cx="940792" cy="6460185"/>
        </a:xfrm>
        <a:prstGeom prst="round2SameRect">
          <a:avLst/>
        </a:prstGeom>
        <a:solidFill>
          <a:schemeClr val="accent1">
            <a:alpha val="90000"/>
            <a:tint val="40000"/>
            <a:hueOff val="0"/>
            <a:satOff val="0"/>
            <a:lumOff val="0"/>
            <a:alphaOff val="0"/>
          </a:schemeClr>
        </a:solidFill>
        <a:ln w="19050"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tr-TR" sz="1400" kern="1200" dirty="0"/>
            <a:t>Genellikle eğitimde kullanılan artırılmış gerçeklik türüdür. </a:t>
          </a:r>
        </a:p>
      </dsp:txBody>
      <dsp:txXfrm rot="-5400000">
        <a:off x="3647313" y="2634886"/>
        <a:ext cx="6414259" cy="848940"/>
      </dsp:txXfrm>
    </dsp:sp>
    <dsp:sp modelId="{62FC8B3C-7838-4407-AE4A-CBC6EB0CEF15}">
      <dsp:nvSpPr>
        <dsp:cNvPr id="0" name=""/>
        <dsp:cNvSpPr/>
      </dsp:nvSpPr>
      <dsp:spPr>
        <a:xfrm>
          <a:off x="0" y="2471361"/>
          <a:ext cx="3647313" cy="1175990"/>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62865" rIns="125730" bIns="62865" numCol="1" spcCol="1270" anchor="ctr" anchorCtr="0">
          <a:noAutofit/>
        </a:bodyPr>
        <a:lstStyle/>
        <a:p>
          <a:pPr marL="0" lvl="0" indent="0" algn="ctr" defTabSz="1466850">
            <a:lnSpc>
              <a:spcPct val="90000"/>
            </a:lnSpc>
            <a:spcBef>
              <a:spcPct val="0"/>
            </a:spcBef>
            <a:spcAft>
              <a:spcPct val="35000"/>
            </a:spcAft>
            <a:buNone/>
          </a:pPr>
          <a:r>
            <a:rPr lang="tr-TR" sz="3300" b="0" i="0" kern="1200" dirty="0"/>
            <a:t>Uzamsal Tip</a:t>
          </a:r>
          <a:endParaRPr lang="tr-TR" sz="3300" kern="1200" dirty="0"/>
        </a:p>
      </dsp:txBody>
      <dsp:txXfrm>
        <a:off x="57407" y="2528768"/>
        <a:ext cx="3532499" cy="1061176"/>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800">
                <a:effectLst/>
              </a:defRPr>
            </a:lvl1pPr>
          </a:lstStyle>
          <a:p>
            <a:r>
              <a:rPr lang="tr-TR"/>
              <a:t>Asıl başlık stilini düzenlemek için tıklayın</a:t>
            </a:r>
            <a:endParaRPr lang="en-US" dirty="0"/>
          </a:p>
        </p:txBody>
      </p:sp>
      <p:sp>
        <p:nvSpPr>
          <p:cNvPr id="3" name="Subtitle 2"/>
          <p:cNvSpPr>
            <a:spLocks noGrp="1"/>
          </p:cNvSpPr>
          <p:nvPr>
            <p:ph type="subTitle" idx="1"/>
          </p:nvPr>
        </p:nvSpPr>
        <p:spPr>
          <a:xfrm>
            <a:off x="3962399"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tr-TR"/>
              <a:t>Asıl alt başlık stilini düzenlemek için tıklayın</a:t>
            </a:r>
            <a:endParaRPr lang="en-US" dirty="0"/>
          </a:p>
        </p:txBody>
      </p:sp>
      <p:sp>
        <p:nvSpPr>
          <p:cNvPr id="4" name="Date Placeholder 3"/>
          <p:cNvSpPr>
            <a:spLocks noGrp="1"/>
          </p:cNvSpPr>
          <p:nvPr>
            <p:ph type="dt" sz="half" idx="10"/>
          </p:nvPr>
        </p:nvSpPr>
        <p:spPr>
          <a:xfrm>
            <a:off x="8932558" y="5870575"/>
            <a:ext cx="1600200" cy="377825"/>
          </a:xfrm>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a:xfrm>
            <a:off x="3962399" y="5870575"/>
            <a:ext cx="4893958" cy="377825"/>
          </a:xfrm>
        </p:spPr>
        <p:txBody>
          <a:bodyPr/>
          <a:lstStyle/>
          <a:p>
            <a:endParaRPr lang="en-US" dirty="0"/>
          </a:p>
        </p:txBody>
      </p:sp>
      <p:sp>
        <p:nvSpPr>
          <p:cNvPr id="6" name="Slide Number Placeholder 5"/>
          <p:cNvSpPr>
            <a:spLocks noGrp="1"/>
          </p:cNvSpPr>
          <p:nvPr>
            <p:ph type="sldNum" sz="quarter" idx="12"/>
          </p:nvPr>
        </p:nvSpPr>
        <p:spPr>
          <a:xfrm>
            <a:off x="10608958" y="5870575"/>
            <a:ext cx="551167" cy="377825"/>
          </a:xfrm>
        </p:spPr>
        <p:txBody>
          <a:bodyPr/>
          <a:lstStyle/>
          <a:p>
            <a:fld id="{D57F1E4F-1CFF-5643-939E-217C01CDF565}"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nchor="ct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tr-TR"/>
              <a:t>Asıl başlık stilini düzenlemek için tıklayın</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5821895" y="2142067"/>
            <a:ext cx="4995332" cy="3649133"/>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tr-TR"/>
              <a:t>Asıl başlık stilini düzenlemek için tıklayın</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tr-TR"/>
              <a:t>Asıl başlık stilini düzenlemek için tıklayın</a:t>
            </a:r>
            <a:endParaRPr lang="en-US" dirty="0"/>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tr-TR"/>
              <a:t>Asıl başlık stilini düzenlemek için tıklayın</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Yazılı Panoramik Resim">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aşlık ve Resim Yazısı">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tr-TR"/>
              <a:t>Asıl başlık stilini düzenlemek için tıklayın</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esim Yazılı Alıntı">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tr-TR"/>
              <a:t>Asıl başlık stilini düzenlemek için tıklayın</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tr-TR"/>
              <a:t>Asıl metin stillerini düzenlemek için tıklayın</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sim Kartı">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tr-TR"/>
              <a:t>Asıl başlık stilini düzenlemek için tıklayın</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lıntı İsim Kartı">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tr-TR"/>
              <a:t>Asıl başlık stilini düzenlemek için tıklayın</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tr-TR"/>
              <a:t>Asıl metin stillerini düzenlemek için tıklayın</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oğru veya Yanlış">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tr-TR"/>
              <a:t>Asıl başlık stilini düzenlemek için tıklayın</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tr-TR"/>
              <a:t>Asıl metin stillerini düzenlemek için tıklayın</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8" name="Title 1"/>
          <p:cNvSpPr>
            <a:spLocks noGrp="1"/>
          </p:cNvSpPr>
          <p:nvPr>
            <p:ph type="title"/>
          </p:nvPr>
        </p:nvSpPr>
        <p:spPr>
          <a:xfrm>
            <a:off x="685801" y="609600"/>
            <a:ext cx="10131425" cy="1456267"/>
          </a:xfrm>
        </p:spPr>
        <p:txBody>
          <a:bodyPr/>
          <a:lstStyle/>
          <a:p>
            <a:r>
              <a:rPr lang="tr-TR"/>
              <a:t>Asıl başlık stilini düzenlemek için tıklayın</a:t>
            </a:r>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tr-TR"/>
              <a:t>Asıl başlık stilini düzenlemek için tıklayın</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a:off x="8589660" y="5870575"/>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4/25/2022</a:t>
            </a:fld>
            <a:endParaRPr lang="en-US" dirty="0"/>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266060" y="5870575"/>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8" r:id="rId14"/>
    <p:sldLayoutId id="2147483667" r:id="rId15"/>
    <p:sldLayoutId id="2147483658" r:id="rId16"/>
    <p:sldLayoutId id="2147483659"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0" name="Picture 4" descr="Engaging with Technology - GlobalFocus">
            <a:extLst>
              <a:ext uri="{FF2B5EF4-FFF2-40B4-BE49-F238E27FC236}">
                <a16:creationId xmlns:a16="http://schemas.microsoft.com/office/drawing/2014/main" id="{EA711244-EF9A-41EE-8BE9-4EAFB8CABD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2662" y="-379971"/>
            <a:ext cx="12864662" cy="8349079"/>
          </a:xfrm>
          <a:prstGeom prst="rect">
            <a:avLst/>
          </a:prstGeom>
          <a:noFill/>
          <a:extLst>
            <a:ext uri="{909E8E84-426E-40DD-AFC4-6F175D3DCCD1}">
              <a14:hiddenFill xmlns:a14="http://schemas.microsoft.com/office/drawing/2010/main">
                <a:solidFill>
                  <a:srgbClr val="FFFFFF"/>
                </a:solidFill>
              </a14:hiddenFill>
            </a:ext>
          </a:extLst>
        </p:spPr>
      </p:pic>
      <p:sp>
        <p:nvSpPr>
          <p:cNvPr id="2" name="Başlık 1">
            <a:extLst>
              <a:ext uri="{FF2B5EF4-FFF2-40B4-BE49-F238E27FC236}">
                <a16:creationId xmlns:a16="http://schemas.microsoft.com/office/drawing/2014/main" id="{3CB1ED4D-CE73-4DC0-83AF-430931897A58}"/>
              </a:ext>
            </a:extLst>
          </p:cNvPr>
          <p:cNvSpPr>
            <a:spLocks noGrp="1"/>
          </p:cNvSpPr>
          <p:nvPr>
            <p:ph type="ctrTitle"/>
          </p:nvPr>
        </p:nvSpPr>
        <p:spPr>
          <a:xfrm>
            <a:off x="2497136" y="124957"/>
            <a:ext cx="7197726" cy="2421464"/>
          </a:xfrm>
        </p:spPr>
        <p:txBody>
          <a:bodyPr anchor="t"/>
          <a:lstStyle/>
          <a:p>
            <a:pPr algn="ctr"/>
            <a:r>
              <a:rPr lang="tr-TR" b="1" dirty="0" err="1"/>
              <a:t>artIRILMIŞ</a:t>
            </a:r>
            <a:r>
              <a:rPr lang="tr-TR" b="1" dirty="0"/>
              <a:t> VE SANAL GERÇEKLİK</a:t>
            </a:r>
          </a:p>
        </p:txBody>
      </p:sp>
    </p:spTree>
    <p:extLst>
      <p:ext uri="{BB962C8B-B14F-4D97-AF65-F5344CB8AC3E}">
        <p14:creationId xmlns:p14="http://schemas.microsoft.com/office/powerpoint/2010/main" val="40396935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çerik Yer Tutucusu 5">
            <a:extLst>
              <a:ext uri="{FF2B5EF4-FFF2-40B4-BE49-F238E27FC236}">
                <a16:creationId xmlns:a16="http://schemas.microsoft.com/office/drawing/2014/main" id="{B0EDA063-6944-49DD-88D0-308A009E6E14}"/>
              </a:ext>
            </a:extLst>
          </p:cNvPr>
          <p:cNvPicPr>
            <a:picLocks noGrp="1" noChangeAspect="1"/>
          </p:cNvPicPr>
          <p:nvPr>
            <p:ph idx="1"/>
          </p:nvPr>
        </p:nvPicPr>
        <p:blipFill>
          <a:blip r:embed="rId2"/>
          <a:stretch>
            <a:fillRect/>
          </a:stretch>
        </p:blipFill>
        <p:spPr>
          <a:xfrm>
            <a:off x="1572306" y="429402"/>
            <a:ext cx="9047388" cy="599919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989410193"/>
      </p:ext>
    </p:extLst>
  </p:cSld>
  <p:clrMapOvr>
    <a:masterClrMapping/>
  </p:clrMapOvr>
  <mc:AlternateContent xmlns:mc="http://schemas.openxmlformats.org/markup-compatibility/2006" xmlns:p14="http://schemas.microsoft.com/office/powerpoint/2010/main">
    <mc:Choice Requires="p14">
      <p:transition spd="slow" p14:dur="3900">
        <p14:glitter pattern="hexagon"/>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42B7112-B8FE-4DB8-A78F-C33ED6979F87}"/>
              </a:ext>
            </a:extLst>
          </p:cNvPr>
          <p:cNvSpPr>
            <a:spLocks noGrp="1"/>
          </p:cNvSpPr>
          <p:nvPr>
            <p:ph type="title"/>
          </p:nvPr>
        </p:nvSpPr>
        <p:spPr/>
        <p:txBody>
          <a:bodyPr/>
          <a:lstStyle/>
          <a:p>
            <a:r>
              <a:rPr lang="tr-TR" b="1" dirty="0"/>
              <a:t>İlerleyiş şeması</a:t>
            </a:r>
          </a:p>
        </p:txBody>
      </p:sp>
      <p:graphicFrame>
        <p:nvGraphicFramePr>
          <p:cNvPr id="4" name="İçerik Yer Tutucusu 3">
            <a:extLst>
              <a:ext uri="{FF2B5EF4-FFF2-40B4-BE49-F238E27FC236}">
                <a16:creationId xmlns:a16="http://schemas.microsoft.com/office/drawing/2014/main" id="{43B1C8C5-7545-437D-9BAB-282914F62CD1}"/>
              </a:ext>
            </a:extLst>
          </p:cNvPr>
          <p:cNvGraphicFramePr>
            <a:graphicFrameLocks noGrp="1"/>
          </p:cNvGraphicFramePr>
          <p:nvPr>
            <p:ph idx="1"/>
            <p:extLst>
              <p:ext uri="{D42A27DB-BD31-4B8C-83A1-F6EECF244321}">
                <p14:modId xmlns:p14="http://schemas.microsoft.com/office/powerpoint/2010/main" val="3261675977"/>
              </p:ext>
            </p:extLst>
          </p:nvPr>
        </p:nvGraphicFramePr>
        <p:xfrm>
          <a:off x="685801" y="2142067"/>
          <a:ext cx="10812516" cy="39749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1700405"/>
      </p:ext>
    </p:extLst>
  </p:cSld>
  <p:clrMapOvr>
    <a:masterClrMapping/>
  </p:clrMapOvr>
  <p:transition spd="slow">
    <p:cover dir="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0FEF5CF-1F2C-4832-B2E5-A92CB7A30118}"/>
              </a:ext>
            </a:extLst>
          </p:cNvPr>
          <p:cNvSpPr>
            <a:spLocks noGrp="1"/>
          </p:cNvSpPr>
          <p:nvPr>
            <p:ph type="title"/>
          </p:nvPr>
        </p:nvSpPr>
        <p:spPr/>
        <p:txBody>
          <a:bodyPr/>
          <a:lstStyle/>
          <a:p>
            <a:r>
              <a:rPr lang="tr-TR" b="1" dirty="0"/>
              <a:t>Gerçeklik uygulamaları</a:t>
            </a:r>
          </a:p>
        </p:txBody>
      </p:sp>
      <p:pic>
        <p:nvPicPr>
          <p:cNvPr id="5" name="İçerik Yer Tutucusu 4">
            <a:extLst>
              <a:ext uri="{FF2B5EF4-FFF2-40B4-BE49-F238E27FC236}">
                <a16:creationId xmlns:a16="http://schemas.microsoft.com/office/drawing/2014/main" id="{6EF1E963-F73F-4787-BC3B-A9F1D6A731AC}"/>
              </a:ext>
            </a:extLst>
          </p:cNvPr>
          <p:cNvPicPr>
            <a:picLocks noGrp="1" noChangeAspect="1"/>
          </p:cNvPicPr>
          <p:nvPr>
            <p:ph sz="half" idx="1"/>
          </p:nvPr>
        </p:nvPicPr>
        <p:blipFill>
          <a:blip r:embed="rId2"/>
          <a:stretch>
            <a:fillRect/>
          </a:stretch>
        </p:blipFill>
        <p:spPr>
          <a:xfrm>
            <a:off x="685801" y="2340270"/>
            <a:ext cx="5410199" cy="2574734"/>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6" name="İçerik Yer Tutucusu 5">
            <a:extLst>
              <a:ext uri="{FF2B5EF4-FFF2-40B4-BE49-F238E27FC236}">
                <a16:creationId xmlns:a16="http://schemas.microsoft.com/office/drawing/2014/main" id="{B907E7FD-1A6E-4BF6-B5F9-CCC8BE7611F1}"/>
              </a:ext>
            </a:extLst>
          </p:cNvPr>
          <p:cNvSpPr>
            <a:spLocks noGrp="1"/>
          </p:cNvSpPr>
          <p:nvPr>
            <p:ph sz="half" idx="2"/>
          </p:nvPr>
        </p:nvSpPr>
        <p:spPr>
          <a:xfrm>
            <a:off x="6311088" y="2340270"/>
            <a:ext cx="5533988" cy="2574734"/>
          </a:xfrm>
        </p:spPr>
        <p:txBody>
          <a:bodyPr anchor="t">
            <a:normAutofit lnSpcReduction="10000"/>
          </a:bodyPr>
          <a:lstStyle/>
          <a:p>
            <a:r>
              <a:rPr lang="tr-TR" sz="2000" dirty="0"/>
              <a:t>Gerçeklik Uygulamaları yanda verilen tabloda da görüldüğü üzere «Artırılmış» ve «Sanal» Gerçeklik olarak ikiye ayrılmaktadır.</a:t>
            </a:r>
          </a:p>
          <a:p>
            <a:endParaRPr lang="tr-TR" sz="2000" dirty="0"/>
          </a:p>
          <a:p>
            <a:r>
              <a:rPr lang="tr-TR" sz="2000" dirty="0"/>
              <a:t>Artırılmış ve Sanal Gerçeklik uygulamaları üzerinde çalışan başlıca şirketler şunlardır:   </a:t>
            </a:r>
            <a:r>
              <a:rPr lang="tr-TR" sz="2000" dirty="0" err="1"/>
              <a:t>Snap</a:t>
            </a:r>
            <a:r>
              <a:rPr lang="tr-TR" sz="2000" dirty="0"/>
              <a:t>, Microsoft, </a:t>
            </a:r>
            <a:r>
              <a:rPr lang="tr-TR" sz="2000" dirty="0" err="1"/>
              <a:t>Warby</a:t>
            </a:r>
            <a:r>
              <a:rPr lang="tr-TR" sz="2000" dirty="0"/>
              <a:t> </a:t>
            </a:r>
            <a:r>
              <a:rPr lang="tr-TR" sz="2000" dirty="0" err="1"/>
              <a:t>Parker</a:t>
            </a:r>
            <a:r>
              <a:rPr lang="tr-TR" sz="2000" dirty="0"/>
              <a:t>.</a:t>
            </a:r>
          </a:p>
          <a:p>
            <a:endParaRPr lang="tr-TR" dirty="0"/>
          </a:p>
        </p:txBody>
      </p:sp>
    </p:spTree>
    <p:extLst>
      <p:ext uri="{BB962C8B-B14F-4D97-AF65-F5344CB8AC3E}">
        <p14:creationId xmlns:p14="http://schemas.microsoft.com/office/powerpoint/2010/main" val="1183192940"/>
      </p:ext>
    </p:extLst>
  </p:cSld>
  <p:clrMapOvr>
    <a:masterClrMapping/>
  </p:clrMapOvr>
  <mc:AlternateContent xmlns:mc="http://schemas.openxmlformats.org/markup-compatibility/2006" xmlns:p14="http://schemas.microsoft.com/office/powerpoint/2010/main">
    <mc:Choice Requires="p14">
      <p:transition spd="slow" p14:dur="3400">
        <p14:reveal/>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C2041E8-7500-4EBB-8587-77CD76776BEE}"/>
              </a:ext>
            </a:extLst>
          </p:cNvPr>
          <p:cNvSpPr>
            <a:spLocks noGrp="1"/>
          </p:cNvSpPr>
          <p:nvPr>
            <p:ph type="title"/>
          </p:nvPr>
        </p:nvSpPr>
        <p:spPr/>
        <p:txBody>
          <a:bodyPr/>
          <a:lstStyle/>
          <a:p>
            <a:r>
              <a:rPr lang="tr-TR" b="1" dirty="0"/>
              <a:t>Artırılmış gerçeklik [AR]</a:t>
            </a:r>
          </a:p>
        </p:txBody>
      </p:sp>
      <p:sp>
        <p:nvSpPr>
          <p:cNvPr id="3" name="İçerik Yer Tutucusu 2">
            <a:extLst>
              <a:ext uri="{FF2B5EF4-FFF2-40B4-BE49-F238E27FC236}">
                <a16:creationId xmlns:a16="http://schemas.microsoft.com/office/drawing/2014/main" id="{FA2DADCA-5CF8-4306-BB01-D447EBFB9943}"/>
              </a:ext>
            </a:extLst>
          </p:cNvPr>
          <p:cNvSpPr>
            <a:spLocks noGrp="1"/>
          </p:cNvSpPr>
          <p:nvPr>
            <p:ph sz="half" idx="1"/>
          </p:nvPr>
        </p:nvSpPr>
        <p:spPr/>
        <p:txBody>
          <a:bodyPr>
            <a:normAutofit/>
          </a:bodyPr>
          <a:lstStyle/>
          <a:p>
            <a:r>
              <a:rPr lang="tr-TR" sz="2400" dirty="0" err="1"/>
              <a:t>Milgram</a:t>
            </a:r>
            <a:r>
              <a:rPr lang="tr-TR" sz="2400" dirty="0"/>
              <a:t> ve </a:t>
            </a:r>
            <a:r>
              <a:rPr lang="tr-TR" sz="2400" dirty="0" err="1"/>
              <a:t>Kishino</a:t>
            </a:r>
            <a:r>
              <a:rPr lang="tr-TR" sz="2400" dirty="0"/>
              <a:t> (1994) artırılmış gerçekliği «Gerçek dünya nesneleri yerine dijital ortam ürünlerinin kullanıldığı gerçeklik ortamıdır.» şeklinde tanımlamaktadır.</a:t>
            </a:r>
          </a:p>
          <a:p>
            <a:r>
              <a:rPr lang="tr-TR" sz="2400" dirty="0"/>
              <a:t>Artırılmış gerçeklik «Optik Temelli Gerçeklik» ve «Video Temelli Gerçeklik» olarak ikiye ayrılmaktadır.</a:t>
            </a:r>
          </a:p>
          <a:p>
            <a:endParaRPr lang="tr-TR" dirty="0"/>
          </a:p>
        </p:txBody>
      </p:sp>
      <p:pic>
        <p:nvPicPr>
          <p:cNvPr id="1026" name="Picture 2" descr="Artırılmış Gerçeklik Hizmetleri | AR | Smarttek Bilişim">
            <a:extLst>
              <a:ext uri="{FF2B5EF4-FFF2-40B4-BE49-F238E27FC236}">
                <a16:creationId xmlns:a16="http://schemas.microsoft.com/office/drawing/2014/main" id="{BCA5FDBB-3CED-4231-A493-071A5273A995}"/>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5877086" y="2266839"/>
            <a:ext cx="5629112" cy="3162079"/>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3906714"/>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DD3EABC-3AB3-409A-BC7E-F726077C15F9}"/>
              </a:ext>
            </a:extLst>
          </p:cNvPr>
          <p:cNvSpPr>
            <a:spLocks noGrp="1"/>
          </p:cNvSpPr>
          <p:nvPr>
            <p:ph type="title"/>
          </p:nvPr>
        </p:nvSpPr>
        <p:spPr/>
        <p:txBody>
          <a:bodyPr/>
          <a:lstStyle/>
          <a:p>
            <a:r>
              <a:rPr lang="tr-TR" b="1" dirty="0"/>
              <a:t>ARTIRILMIŞ GERÇEKLİK İÇERİĞİ</a:t>
            </a:r>
          </a:p>
        </p:txBody>
      </p:sp>
      <p:pic>
        <p:nvPicPr>
          <p:cNvPr id="6146" name="Picture 2">
            <a:extLst>
              <a:ext uri="{FF2B5EF4-FFF2-40B4-BE49-F238E27FC236}">
                <a16:creationId xmlns:a16="http://schemas.microsoft.com/office/drawing/2014/main" id="{E1B79312-2120-4503-9CD6-7FEB75F4F306}"/>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633122" y="2265563"/>
            <a:ext cx="8925756" cy="354665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6219673"/>
      </p:ext>
    </p:extLst>
  </p:cSld>
  <p:clrMapOvr>
    <a:masterClrMapping/>
  </p:clrMapOvr>
  <mc:AlternateContent xmlns:mc="http://schemas.openxmlformats.org/markup-compatibility/2006">
    <mc:Choice xmlns:p14="http://schemas.microsoft.com/office/powerpoint/2010/main" Requires="p14">
      <p:transition spd="slow" p14:dur="2500">
        <p:checker/>
      </p:transition>
    </mc:Choice>
    <mc:Fallback>
      <p:transition spd="slow">
        <p:checker/>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Başlık 7">
            <a:extLst>
              <a:ext uri="{FF2B5EF4-FFF2-40B4-BE49-F238E27FC236}">
                <a16:creationId xmlns:a16="http://schemas.microsoft.com/office/drawing/2014/main" id="{8292E88A-BAD3-4699-96C0-791C7CAC42AC}"/>
              </a:ext>
            </a:extLst>
          </p:cNvPr>
          <p:cNvSpPr>
            <a:spLocks noGrp="1"/>
          </p:cNvSpPr>
          <p:nvPr>
            <p:ph type="title"/>
          </p:nvPr>
        </p:nvSpPr>
        <p:spPr/>
        <p:txBody>
          <a:bodyPr/>
          <a:lstStyle/>
          <a:p>
            <a:r>
              <a:rPr lang="tr-TR" b="1" dirty="0"/>
              <a:t>Artırılmış gerçeklik sistemleri</a:t>
            </a:r>
          </a:p>
        </p:txBody>
      </p:sp>
      <p:graphicFrame>
        <p:nvGraphicFramePr>
          <p:cNvPr id="10" name="İçerik Yer Tutucusu 9">
            <a:extLst>
              <a:ext uri="{FF2B5EF4-FFF2-40B4-BE49-F238E27FC236}">
                <a16:creationId xmlns:a16="http://schemas.microsoft.com/office/drawing/2014/main" id="{3A5D48FE-F7F2-4363-BCB4-DC6142327C1D}"/>
              </a:ext>
            </a:extLst>
          </p:cNvPr>
          <p:cNvGraphicFramePr>
            <a:graphicFrameLocks noGrp="1"/>
          </p:cNvGraphicFramePr>
          <p:nvPr>
            <p:ph idx="1"/>
            <p:extLst>
              <p:ext uri="{D42A27DB-BD31-4B8C-83A1-F6EECF244321}">
                <p14:modId xmlns:p14="http://schemas.microsoft.com/office/powerpoint/2010/main" val="420533197"/>
              </p:ext>
            </p:extLst>
          </p:nvPr>
        </p:nvGraphicFramePr>
        <p:xfrm>
          <a:off x="685801" y="2152578"/>
          <a:ext cx="10131425" cy="36491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95930197"/>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1250">
        <p15:prstTrans prst="peelOff"/>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138D252-B30B-4803-AFCB-BDC35F67BF35}"/>
              </a:ext>
            </a:extLst>
          </p:cNvPr>
          <p:cNvSpPr>
            <a:spLocks noGrp="1"/>
          </p:cNvSpPr>
          <p:nvPr>
            <p:ph type="title"/>
          </p:nvPr>
        </p:nvSpPr>
        <p:spPr/>
        <p:txBody>
          <a:bodyPr/>
          <a:lstStyle/>
          <a:p>
            <a:r>
              <a:rPr lang="tr-TR" b="1" dirty="0"/>
              <a:t>Uzamsal tip örnekleri</a:t>
            </a:r>
          </a:p>
        </p:txBody>
      </p:sp>
      <p:pic>
        <p:nvPicPr>
          <p:cNvPr id="5124" name="Picture 4">
            <a:extLst>
              <a:ext uri="{FF2B5EF4-FFF2-40B4-BE49-F238E27FC236}">
                <a16:creationId xmlns:a16="http://schemas.microsoft.com/office/drawing/2014/main" id="{87D9841A-BA3E-48BD-AD5B-B4349BA3294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10893" y="2065867"/>
            <a:ext cx="5475596" cy="308395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5912D822-6592-441F-A666-9D99993A7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5511" y="2065867"/>
            <a:ext cx="5475596" cy="308395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0572919"/>
      </p:ext>
    </p:extLst>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0E1C8D8-7E73-4B2D-A401-23A6E3DE7EA2}"/>
              </a:ext>
            </a:extLst>
          </p:cNvPr>
          <p:cNvSpPr>
            <a:spLocks noGrp="1"/>
          </p:cNvSpPr>
          <p:nvPr>
            <p:ph type="title"/>
          </p:nvPr>
        </p:nvSpPr>
        <p:spPr/>
        <p:txBody>
          <a:bodyPr/>
          <a:lstStyle/>
          <a:p>
            <a:r>
              <a:rPr lang="tr-TR" b="1" dirty="0"/>
              <a:t>1 – </a:t>
            </a:r>
            <a:r>
              <a:rPr lang="tr-TR" b="1" dirty="0" err="1"/>
              <a:t>OptiK</a:t>
            </a:r>
            <a:r>
              <a:rPr lang="tr-TR" b="1" dirty="0"/>
              <a:t> TEMELLİ GERÇEKLİK</a:t>
            </a:r>
          </a:p>
        </p:txBody>
      </p:sp>
      <p:sp>
        <p:nvSpPr>
          <p:cNvPr id="4" name="İçerik Yer Tutucusu 3">
            <a:extLst>
              <a:ext uri="{FF2B5EF4-FFF2-40B4-BE49-F238E27FC236}">
                <a16:creationId xmlns:a16="http://schemas.microsoft.com/office/drawing/2014/main" id="{9C7603D5-4AE1-451E-B448-1D1F57692883}"/>
              </a:ext>
            </a:extLst>
          </p:cNvPr>
          <p:cNvSpPr>
            <a:spLocks noGrp="1"/>
          </p:cNvSpPr>
          <p:nvPr>
            <p:ph sz="half" idx="2"/>
          </p:nvPr>
        </p:nvSpPr>
        <p:spPr>
          <a:xfrm>
            <a:off x="5821894" y="2351675"/>
            <a:ext cx="4995332" cy="3229388"/>
          </a:xfrm>
        </p:spPr>
        <p:txBody>
          <a:bodyPr anchor="t">
            <a:normAutofit/>
          </a:bodyPr>
          <a:lstStyle/>
          <a:p>
            <a:r>
              <a:rPr lang="tr-TR" sz="2400" dirty="0"/>
              <a:t>Optik temelli sistemler gözlük benzeri cihazlar ile sanal veya gerçek dünya bileşenlerinin kullanıcılara sunulduğu sistemlerdir.</a:t>
            </a:r>
          </a:p>
          <a:p>
            <a:r>
              <a:rPr lang="tr-TR" sz="2400" dirty="0"/>
              <a:t>Optik temelli gerçeklikte kullanılan araçlara Sony </a:t>
            </a:r>
            <a:r>
              <a:rPr lang="tr-TR" sz="2400" dirty="0" err="1"/>
              <a:t>SmartEyeglass</a:t>
            </a:r>
            <a:r>
              <a:rPr lang="tr-TR" sz="2400" dirty="0"/>
              <a:t>, </a:t>
            </a:r>
            <a:r>
              <a:rPr lang="tr-TR" sz="2400" dirty="0" err="1"/>
              <a:t>Epson</a:t>
            </a:r>
            <a:r>
              <a:rPr lang="tr-TR" sz="2400" dirty="0"/>
              <a:t> </a:t>
            </a:r>
            <a:r>
              <a:rPr lang="tr-TR" sz="2400" dirty="0" err="1"/>
              <a:t>Moverio</a:t>
            </a:r>
            <a:r>
              <a:rPr lang="tr-TR" sz="2400" dirty="0"/>
              <a:t> BT-200 ve Apple </a:t>
            </a:r>
            <a:r>
              <a:rPr lang="tr-TR" sz="2400" dirty="0" err="1"/>
              <a:t>iGlass</a:t>
            </a:r>
            <a:r>
              <a:rPr lang="tr-TR" sz="2400" dirty="0"/>
              <a:t> </a:t>
            </a:r>
            <a:r>
              <a:rPr lang="tr-TR" sz="2400"/>
              <a:t>örnek olarak </a:t>
            </a:r>
            <a:r>
              <a:rPr lang="tr-TR" sz="2400" dirty="0"/>
              <a:t>gösterilebilir.</a:t>
            </a:r>
          </a:p>
        </p:txBody>
      </p:sp>
      <p:pic>
        <p:nvPicPr>
          <p:cNvPr id="1028" name="Picture 4">
            <a:extLst>
              <a:ext uri="{FF2B5EF4-FFF2-40B4-BE49-F238E27FC236}">
                <a16:creationId xmlns:a16="http://schemas.microsoft.com/office/drawing/2014/main" id="{6EEB89BD-0F56-481A-9F03-A780A98A77EF}"/>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685800" y="2561283"/>
            <a:ext cx="4995863" cy="2810172"/>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5325054"/>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1836BCE-B629-42BE-AF25-BBE6ECC85295}"/>
              </a:ext>
            </a:extLst>
          </p:cNvPr>
          <p:cNvSpPr>
            <a:spLocks noGrp="1"/>
          </p:cNvSpPr>
          <p:nvPr>
            <p:ph type="title"/>
          </p:nvPr>
        </p:nvSpPr>
        <p:spPr/>
        <p:txBody>
          <a:bodyPr/>
          <a:lstStyle/>
          <a:p>
            <a:r>
              <a:rPr lang="tr-TR" b="1" dirty="0"/>
              <a:t>2 – video temelli gerçeklik</a:t>
            </a:r>
          </a:p>
        </p:txBody>
      </p:sp>
      <p:sp>
        <p:nvSpPr>
          <p:cNvPr id="3" name="İçerik Yer Tutucusu 2">
            <a:extLst>
              <a:ext uri="{FF2B5EF4-FFF2-40B4-BE49-F238E27FC236}">
                <a16:creationId xmlns:a16="http://schemas.microsoft.com/office/drawing/2014/main" id="{074D928B-3466-43D4-A6DD-EC14A6007D18}"/>
              </a:ext>
            </a:extLst>
          </p:cNvPr>
          <p:cNvSpPr>
            <a:spLocks noGrp="1"/>
          </p:cNvSpPr>
          <p:nvPr>
            <p:ph sz="half" idx="1"/>
          </p:nvPr>
        </p:nvSpPr>
        <p:spPr/>
        <p:txBody>
          <a:bodyPr anchor="t"/>
          <a:lstStyle/>
          <a:p>
            <a:r>
              <a:rPr lang="tr-TR" dirty="0"/>
              <a:t>Video temelli sistemler, sanal ortamın bilgisayar ya da mobil cihazlar ile aktarıldığı sistemlerdir.</a:t>
            </a:r>
          </a:p>
          <a:p>
            <a:r>
              <a:rPr lang="tr-TR" dirty="0"/>
              <a:t>Video tabanlı Artırılmış Gerçeklik sistemlerinde geliştirilen dijital veriler ayrı bir cihaz üzerinde görüntülenmektedir.</a:t>
            </a:r>
          </a:p>
          <a:p>
            <a:r>
              <a:rPr lang="tr-TR" dirty="0"/>
              <a:t>Bu gerçeklik sistemlerinin kullanıldığı alanlara şunlar örnek olarak gösterilebilir:</a:t>
            </a:r>
          </a:p>
          <a:p>
            <a:pPr marL="0" indent="0">
              <a:buNone/>
            </a:pPr>
            <a:r>
              <a:rPr lang="tr-TR" dirty="0"/>
              <a:t>Bakım ve Montaj İşlemleri</a:t>
            </a:r>
          </a:p>
          <a:p>
            <a:pPr marL="0" indent="0">
              <a:buNone/>
            </a:pPr>
            <a:r>
              <a:rPr lang="tr-TR" dirty="0"/>
              <a:t>Lojistik Uygulamaları</a:t>
            </a:r>
          </a:p>
          <a:p>
            <a:pPr marL="0" indent="0">
              <a:buNone/>
            </a:pPr>
            <a:r>
              <a:rPr lang="tr-TR" dirty="0"/>
              <a:t>Etkileşim ve Eğitim</a:t>
            </a:r>
          </a:p>
          <a:p>
            <a:pPr marL="0" indent="0">
              <a:buNone/>
            </a:pPr>
            <a:endParaRPr lang="tr-TR" dirty="0"/>
          </a:p>
          <a:p>
            <a:endParaRPr lang="tr-TR" dirty="0"/>
          </a:p>
        </p:txBody>
      </p:sp>
      <p:pic>
        <p:nvPicPr>
          <p:cNvPr id="2050" name="Picture 2">
            <a:extLst>
              <a:ext uri="{FF2B5EF4-FFF2-40B4-BE49-F238E27FC236}">
                <a16:creationId xmlns:a16="http://schemas.microsoft.com/office/drawing/2014/main" id="{08004D7C-3462-4571-80F4-007908C476E3}"/>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718635" y="2435354"/>
            <a:ext cx="5787563" cy="3062559"/>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7392795"/>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67F77A2-25D7-4CC1-A195-76040E8EF9B0}"/>
              </a:ext>
            </a:extLst>
          </p:cNvPr>
          <p:cNvSpPr>
            <a:spLocks noGrp="1"/>
          </p:cNvSpPr>
          <p:nvPr>
            <p:ph type="title"/>
          </p:nvPr>
        </p:nvSpPr>
        <p:spPr/>
        <p:txBody>
          <a:bodyPr/>
          <a:lstStyle/>
          <a:p>
            <a:r>
              <a:rPr lang="tr-TR" b="1" dirty="0"/>
              <a:t>Sanal gerçeklik [</a:t>
            </a:r>
            <a:r>
              <a:rPr lang="tr-TR" b="1" dirty="0" err="1"/>
              <a:t>vr</a:t>
            </a:r>
            <a:r>
              <a:rPr lang="tr-TR" b="1" dirty="0"/>
              <a:t>]</a:t>
            </a:r>
          </a:p>
        </p:txBody>
      </p:sp>
      <p:sp>
        <p:nvSpPr>
          <p:cNvPr id="4" name="İçerik Yer Tutucusu 3">
            <a:extLst>
              <a:ext uri="{FF2B5EF4-FFF2-40B4-BE49-F238E27FC236}">
                <a16:creationId xmlns:a16="http://schemas.microsoft.com/office/drawing/2014/main" id="{5E884862-EBE6-4041-B4F0-FD4CDAF4E66C}"/>
              </a:ext>
            </a:extLst>
          </p:cNvPr>
          <p:cNvSpPr>
            <a:spLocks noGrp="1"/>
          </p:cNvSpPr>
          <p:nvPr>
            <p:ph sz="half" idx="2"/>
          </p:nvPr>
        </p:nvSpPr>
        <p:spPr>
          <a:xfrm>
            <a:off x="5821894" y="2349102"/>
            <a:ext cx="4995332" cy="3235062"/>
          </a:xfrm>
        </p:spPr>
        <p:txBody>
          <a:bodyPr anchor="t"/>
          <a:lstStyle/>
          <a:p>
            <a:r>
              <a:rPr lang="tr-TR" dirty="0"/>
              <a:t>Sanal gerçeklik «Virtual </a:t>
            </a:r>
            <a:r>
              <a:rPr lang="tr-TR" dirty="0" err="1"/>
              <a:t>Reality</a:t>
            </a:r>
            <a:r>
              <a:rPr lang="tr-TR" dirty="0"/>
              <a:t>» kişiye bilgisayar ortamında yaşanan olayların günlük hayatta, olayın adeta içindeymiş gibi yaşaması imkânını sağlayan ortamdır.</a:t>
            </a:r>
          </a:p>
          <a:p>
            <a:r>
              <a:rPr lang="tr-TR" dirty="0"/>
              <a:t>Sanal gerçeklik gözlüklerine şunlar örnek olarak gösterilebilir:</a:t>
            </a:r>
          </a:p>
          <a:p>
            <a:pPr marL="0" indent="0">
              <a:buNone/>
            </a:pPr>
            <a:r>
              <a:rPr lang="tr-TR" dirty="0" err="1"/>
              <a:t>Oculus</a:t>
            </a:r>
            <a:endParaRPr lang="tr-TR" dirty="0"/>
          </a:p>
          <a:p>
            <a:pPr marL="0" indent="0">
              <a:buNone/>
            </a:pPr>
            <a:r>
              <a:rPr lang="tr-TR" dirty="0"/>
              <a:t>HTC </a:t>
            </a:r>
            <a:r>
              <a:rPr lang="tr-TR" dirty="0" err="1"/>
              <a:t>Vive</a:t>
            </a:r>
            <a:endParaRPr lang="tr-TR" dirty="0"/>
          </a:p>
          <a:p>
            <a:pPr marL="0" indent="0">
              <a:buNone/>
            </a:pPr>
            <a:r>
              <a:rPr lang="tr-TR" dirty="0" err="1"/>
              <a:t>PlayStationVR</a:t>
            </a:r>
            <a:endParaRPr lang="tr-TR" dirty="0"/>
          </a:p>
        </p:txBody>
      </p:sp>
      <p:pic>
        <p:nvPicPr>
          <p:cNvPr id="3076" name="Picture 4" descr="Sanal gerçeklik gözlüğü hayatına mal oldu - Teknoloji Haberleri">
            <a:extLst>
              <a:ext uri="{FF2B5EF4-FFF2-40B4-BE49-F238E27FC236}">
                <a16:creationId xmlns:a16="http://schemas.microsoft.com/office/drawing/2014/main" id="{0BFB1CC2-2B0B-452D-AAFB-F3C36392545C}"/>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a:stretch>
            <a:fillRect/>
          </a:stretch>
        </p:blipFill>
        <p:spPr bwMode="auto">
          <a:xfrm>
            <a:off x="421149" y="2556137"/>
            <a:ext cx="5330364" cy="2820992"/>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5271864"/>
      </p:ext>
    </p:extLst>
  </p:cSld>
  <p:clrMapOvr>
    <a:masterClrMapping/>
  </p:clrMapOvr>
  <mc:AlternateContent xmlns:mc="http://schemas.openxmlformats.org/markup-compatibility/2006" xmlns:p14="http://schemas.microsoft.com/office/powerpoint/2010/main">
    <mc:Choice Requires="p14">
      <p:transition spd="slow" p14:dur="1500">
        <p14:window dir="ver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72BBC82-476F-4CC1-AADA-7CC0DF363DF6}"/>
              </a:ext>
            </a:extLst>
          </p:cNvPr>
          <p:cNvSpPr>
            <a:spLocks noGrp="1"/>
          </p:cNvSpPr>
          <p:nvPr>
            <p:ph type="title"/>
          </p:nvPr>
        </p:nvSpPr>
        <p:spPr/>
        <p:txBody>
          <a:bodyPr/>
          <a:lstStyle/>
          <a:p>
            <a:r>
              <a:rPr lang="tr-TR" b="1" dirty="0" err="1"/>
              <a:t>Metaverse</a:t>
            </a:r>
            <a:r>
              <a:rPr lang="tr-TR" b="1" dirty="0"/>
              <a:t> kavramı</a:t>
            </a:r>
          </a:p>
        </p:txBody>
      </p:sp>
      <p:sp>
        <p:nvSpPr>
          <p:cNvPr id="3" name="İçerik Yer Tutucusu 2">
            <a:extLst>
              <a:ext uri="{FF2B5EF4-FFF2-40B4-BE49-F238E27FC236}">
                <a16:creationId xmlns:a16="http://schemas.microsoft.com/office/drawing/2014/main" id="{5B77EF6F-7C15-4DD6-B61F-D0717AE00E80}"/>
              </a:ext>
            </a:extLst>
          </p:cNvPr>
          <p:cNvSpPr>
            <a:spLocks noGrp="1"/>
          </p:cNvSpPr>
          <p:nvPr>
            <p:ph sz="half" idx="1"/>
          </p:nvPr>
        </p:nvSpPr>
        <p:spPr/>
        <p:txBody>
          <a:bodyPr>
            <a:normAutofit/>
          </a:bodyPr>
          <a:lstStyle/>
          <a:p>
            <a:r>
              <a:rPr lang="tr-TR" dirty="0" err="1"/>
              <a:t>Metaverse</a:t>
            </a:r>
            <a:r>
              <a:rPr lang="tr-TR" dirty="0"/>
              <a:t> ya da sanal evren, insanların hiçbir fiziksel çaba harcamaksızın artırılmış sanal gerçeklik cihazları sayesinde tamamen zihinsel olarak kendilerini hissettikleri algısal evrene denir.</a:t>
            </a:r>
          </a:p>
          <a:p>
            <a:r>
              <a:rPr lang="tr-TR" dirty="0"/>
              <a:t>Bu evren bilgisayarlar, </a:t>
            </a:r>
            <a:r>
              <a:rPr lang="tr-TR" dirty="0" err="1"/>
              <a:t>android</a:t>
            </a:r>
            <a:r>
              <a:rPr lang="tr-TR" dirty="0"/>
              <a:t> cihazlar ve 3D cihazlar sayesinde insan bilişinin yapay bir fiziksel ortama dâhil olmasını sağlamaktadır.</a:t>
            </a:r>
          </a:p>
          <a:p>
            <a:r>
              <a:rPr lang="tr-TR" dirty="0"/>
              <a:t>Bugün dünyadaki en önemli </a:t>
            </a:r>
            <a:r>
              <a:rPr lang="tr-TR" dirty="0" err="1"/>
              <a:t>Metaverse</a:t>
            </a:r>
            <a:r>
              <a:rPr lang="tr-TR" dirty="0"/>
              <a:t> yatırımcılarının başında sanal gerçeklik cihazları üzerine çalışan </a:t>
            </a:r>
            <a:r>
              <a:rPr lang="tr-TR" dirty="0" err="1"/>
              <a:t>Oculus</a:t>
            </a:r>
            <a:r>
              <a:rPr lang="tr-TR" dirty="0"/>
              <a:t> şirketini 2 milyar dolara alan Facebook gelmektedir.</a:t>
            </a:r>
          </a:p>
        </p:txBody>
      </p:sp>
      <p:pic>
        <p:nvPicPr>
          <p:cNvPr id="1026" name="Picture 2" descr="Metaverse nedir, anlamı ne? Metaverse arsa nasıl alınır? Metaverse coin...">
            <a:extLst>
              <a:ext uri="{FF2B5EF4-FFF2-40B4-BE49-F238E27FC236}">
                <a16:creationId xmlns:a16="http://schemas.microsoft.com/office/drawing/2014/main" id="{F0DC217E-BCCB-45F6-B1EB-2376889F7F02}"/>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5751513" y="2299268"/>
            <a:ext cx="5897670" cy="3334731"/>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75228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EF43768-F69A-4850-BADA-6FDAA55EDB64}"/>
              </a:ext>
            </a:extLst>
          </p:cNvPr>
          <p:cNvSpPr>
            <a:spLocks noGrp="1"/>
          </p:cNvSpPr>
          <p:nvPr>
            <p:ph type="title"/>
          </p:nvPr>
        </p:nvSpPr>
        <p:spPr/>
        <p:txBody>
          <a:bodyPr/>
          <a:lstStyle/>
          <a:p>
            <a:pPr algn="ctr"/>
            <a:r>
              <a:rPr lang="tr-TR" b="1" dirty="0"/>
              <a:t>Artırılmış ve sanal gerçeklik </a:t>
            </a:r>
            <a:r>
              <a:rPr lang="tr-TR" b="1" dirty="0" err="1"/>
              <a:t>kARŞILAŞTIRMASI</a:t>
            </a:r>
            <a:endParaRPr lang="tr-TR" b="1" dirty="0"/>
          </a:p>
        </p:txBody>
      </p:sp>
      <p:sp>
        <p:nvSpPr>
          <p:cNvPr id="3" name="İçerik Yer Tutucusu 2">
            <a:extLst>
              <a:ext uri="{FF2B5EF4-FFF2-40B4-BE49-F238E27FC236}">
                <a16:creationId xmlns:a16="http://schemas.microsoft.com/office/drawing/2014/main" id="{63465760-D430-4E93-BBA3-3715A28C879F}"/>
              </a:ext>
            </a:extLst>
          </p:cNvPr>
          <p:cNvSpPr>
            <a:spLocks noGrp="1"/>
          </p:cNvSpPr>
          <p:nvPr>
            <p:ph sz="half" idx="1"/>
          </p:nvPr>
        </p:nvSpPr>
        <p:spPr/>
        <p:txBody>
          <a:bodyPr anchor="ctr">
            <a:normAutofit/>
          </a:bodyPr>
          <a:lstStyle/>
          <a:p>
            <a:pPr marL="0" indent="0" algn="ctr">
              <a:buNone/>
            </a:pPr>
            <a:r>
              <a:rPr lang="tr-TR" b="1" dirty="0"/>
              <a:t>ARTIRILMIŞ GERÇEKLİK</a:t>
            </a:r>
          </a:p>
          <a:p>
            <a:pPr algn="ctr"/>
            <a:r>
              <a:rPr lang="tr-TR" dirty="0"/>
              <a:t>AR, halihazırda gördüklerinizin üzerine bilgi yansıtarak gerçeğe katkıda bulunur. </a:t>
            </a:r>
          </a:p>
          <a:p>
            <a:pPr algn="ctr"/>
            <a:r>
              <a:rPr lang="tr-TR" dirty="0"/>
              <a:t>Açıklamak gerekirse, Artırılmış Gerçeklik var olan dünyanın üzerine bilgiler yansıtarak bunları geliştirme amacı güder.</a:t>
            </a:r>
          </a:p>
          <a:p>
            <a:pPr algn="ctr"/>
            <a:r>
              <a:rPr lang="tr-TR" dirty="0"/>
              <a:t>Artırılmış gerçeklik kullanım alanları:</a:t>
            </a:r>
          </a:p>
          <a:p>
            <a:pPr marL="0" indent="0" algn="ctr">
              <a:buNone/>
            </a:pPr>
            <a:r>
              <a:rPr lang="tr-TR" dirty="0"/>
              <a:t>Pazarlama, Sinema, Sanat ve Müzeler, Alışveriş, Turizm, Sağlık, Oyun ve video, Emlak</a:t>
            </a:r>
          </a:p>
        </p:txBody>
      </p:sp>
      <p:sp>
        <p:nvSpPr>
          <p:cNvPr id="4" name="İçerik Yer Tutucusu 3">
            <a:extLst>
              <a:ext uri="{FF2B5EF4-FFF2-40B4-BE49-F238E27FC236}">
                <a16:creationId xmlns:a16="http://schemas.microsoft.com/office/drawing/2014/main" id="{0820907A-0CAA-4760-B6F2-84C075A135AA}"/>
              </a:ext>
            </a:extLst>
          </p:cNvPr>
          <p:cNvSpPr>
            <a:spLocks noGrp="1"/>
          </p:cNvSpPr>
          <p:nvPr>
            <p:ph sz="half" idx="2"/>
          </p:nvPr>
        </p:nvSpPr>
        <p:spPr/>
        <p:txBody>
          <a:bodyPr anchor="ctr">
            <a:normAutofit/>
          </a:bodyPr>
          <a:lstStyle/>
          <a:p>
            <a:pPr marL="0" indent="0" algn="ctr">
              <a:buNone/>
            </a:pPr>
            <a:r>
              <a:rPr lang="tr-TR" b="1" dirty="0"/>
              <a:t>SANAL GERÇEKLİK</a:t>
            </a:r>
          </a:p>
          <a:p>
            <a:pPr algn="ctr"/>
            <a:r>
              <a:rPr lang="tr-TR" dirty="0"/>
              <a:t>VR, gerçekliğin yerini alır ve sizi başka bir yere götürür.</a:t>
            </a:r>
          </a:p>
          <a:p>
            <a:pPr algn="ctr"/>
            <a:r>
              <a:rPr lang="tr-TR" dirty="0"/>
              <a:t>Sanal gerçeklik var olan dünyanın dışına çıkarak kendi dünyasını oluşturur ve sizi bambaşka bir yerdeymişsiniz hissiyatının içine sokar.</a:t>
            </a:r>
          </a:p>
          <a:p>
            <a:pPr algn="ctr"/>
            <a:r>
              <a:rPr lang="tr-TR" dirty="0"/>
              <a:t>Sanal gerçeklik kullanım alanları:</a:t>
            </a:r>
          </a:p>
          <a:p>
            <a:pPr marL="0" indent="0" algn="ctr">
              <a:buNone/>
            </a:pPr>
            <a:r>
              <a:rPr lang="tr-TR" dirty="0"/>
              <a:t>Eğitim, Endüstri, Sağlık, Seyahat, Oyun, Savunma, Sanayii, Kültür ve Turizm, Eğlence</a:t>
            </a:r>
          </a:p>
        </p:txBody>
      </p:sp>
    </p:spTree>
    <p:extLst>
      <p:ext uri="{BB962C8B-B14F-4D97-AF65-F5344CB8AC3E}">
        <p14:creationId xmlns:p14="http://schemas.microsoft.com/office/powerpoint/2010/main" val="3967903628"/>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Başlık 4">
            <a:extLst>
              <a:ext uri="{FF2B5EF4-FFF2-40B4-BE49-F238E27FC236}">
                <a16:creationId xmlns:a16="http://schemas.microsoft.com/office/drawing/2014/main" id="{B9DE66D8-DA80-43DE-898A-1EC1FBF28986}"/>
              </a:ext>
            </a:extLst>
          </p:cNvPr>
          <p:cNvSpPr>
            <a:spLocks noGrp="1"/>
          </p:cNvSpPr>
          <p:nvPr>
            <p:ph type="title"/>
          </p:nvPr>
        </p:nvSpPr>
        <p:spPr>
          <a:xfrm>
            <a:off x="685801" y="609600"/>
            <a:ext cx="11012213" cy="1456267"/>
          </a:xfrm>
        </p:spPr>
        <p:txBody>
          <a:bodyPr/>
          <a:lstStyle/>
          <a:p>
            <a:r>
              <a:rPr lang="tr-TR" b="1" dirty="0"/>
              <a:t>Artırılmış gerçeklik ve sanal gerçekliği anlayalım</a:t>
            </a:r>
          </a:p>
        </p:txBody>
      </p:sp>
      <p:pic>
        <p:nvPicPr>
          <p:cNvPr id="3076" name="Picture 4">
            <a:extLst>
              <a:ext uri="{FF2B5EF4-FFF2-40B4-BE49-F238E27FC236}">
                <a16:creationId xmlns:a16="http://schemas.microsoft.com/office/drawing/2014/main" id="{BDC032A8-13B6-407F-8AA9-E8DB7C675E6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870246" y="2065867"/>
            <a:ext cx="8451508" cy="335821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4302640"/>
      </p:ext>
    </p:extLst>
  </p:cSld>
  <p:clrMapOvr>
    <a:masterClrMapping/>
  </p:clrMapOvr>
  <mc:AlternateContent xmlns:mc="http://schemas.openxmlformats.org/markup-compatibility/2006">
    <mc:Choice xmlns:p14="http://schemas.microsoft.com/office/powerpoint/2010/main" Requires="p14">
      <p:transition spd="slow" p14:dur="800">
        <p14:flythrough/>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4968A5F-D277-4036-9C94-0A6DFF4BE849}"/>
              </a:ext>
            </a:extLst>
          </p:cNvPr>
          <p:cNvSpPr>
            <a:spLocks noGrp="1"/>
          </p:cNvSpPr>
          <p:nvPr>
            <p:ph type="title"/>
          </p:nvPr>
        </p:nvSpPr>
        <p:spPr/>
        <p:txBody>
          <a:bodyPr/>
          <a:lstStyle/>
          <a:p>
            <a:r>
              <a:rPr lang="tr-TR" b="1" dirty="0"/>
              <a:t>KAYNAKÇA</a:t>
            </a:r>
          </a:p>
        </p:txBody>
      </p:sp>
      <p:sp>
        <p:nvSpPr>
          <p:cNvPr id="3" name="İçerik Yer Tutucusu 2">
            <a:extLst>
              <a:ext uri="{FF2B5EF4-FFF2-40B4-BE49-F238E27FC236}">
                <a16:creationId xmlns:a16="http://schemas.microsoft.com/office/drawing/2014/main" id="{ADB279C4-0E86-4915-9C72-3CB981DB0E8F}"/>
              </a:ext>
            </a:extLst>
          </p:cNvPr>
          <p:cNvSpPr>
            <a:spLocks noGrp="1"/>
          </p:cNvSpPr>
          <p:nvPr>
            <p:ph idx="1"/>
          </p:nvPr>
        </p:nvSpPr>
        <p:spPr>
          <a:xfrm>
            <a:off x="685801" y="2065867"/>
            <a:ext cx="10623330" cy="4182533"/>
          </a:xfrm>
        </p:spPr>
        <p:txBody>
          <a:bodyPr>
            <a:normAutofit fontScale="85000" lnSpcReduction="20000"/>
          </a:bodyPr>
          <a:lstStyle/>
          <a:p>
            <a:r>
              <a:rPr lang="tr-TR" dirty="0"/>
              <a:t>https://www.globalfocusmagazine.com/engaging-with-technology/</a:t>
            </a:r>
          </a:p>
          <a:p>
            <a:r>
              <a:rPr lang="tr-TR" dirty="0"/>
              <a:t>https://dergipark.org.tr/en/pub/gujsc/issue/49772/638527</a:t>
            </a:r>
          </a:p>
          <a:p>
            <a:r>
              <a:rPr lang="tr-TR" dirty="0"/>
              <a:t>https://www.smarttek.com.tr/artirilmis-gerceklik.html</a:t>
            </a:r>
          </a:p>
          <a:p>
            <a:r>
              <a:rPr lang="tr-TR" dirty="0"/>
              <a:t>https://www.simsoft.com.tr/p/29/sanal-arttirilmis-gerceklik</a:t>
            </a:r>
          </a:p>
          <a:p>
            <a:r>
              <a:rPr lang="tr-TR" dirty="0"/>
              <a:t>https://www.educationcyber.com/2020/02/16/artirilmis-gerceklik/</a:t>
            </a:r>
          </a:p>
          <a:p>
            <a:r>
              <a:rPr lang="tr-TR" dirty="0"/>
              <a:t>http://www.teknolo.com/10-artirilmis-gerceklik-gozlugu/</a:t>
            </a:r>
          </a:p>
          <a:p>
            <a:r>
              <a:rPr lang="tr-TR" dirty="0"/>
              <a:t>https://abmarketotomasyon.com/endustride-ar-arttirilmis-gerceklik-uygulamalari/</a:t>
            </a:r>
          </a:p>
          <a:p>
            <a:r>
              <a:rPr lang="tr-TR" dirty="0"/>
              <a:t>https://www.tiridi.com/sanal-gerceklik/sanal-gerceklik-gozlugu-nedir.htm</a:t>
            </a:r>
          </a:p>
          <a:p>
            <a:r>
              <a:rPr lang="tr-TR" dirty="0"/>
              <a:t>https://www.infinia.com.tr/blog/artrlms-gerceklik-ar-ile-sanal-gerceklik-vr-arasndaki-fark-nedir</a:t>
            </a:r>
          </a:p>
          <a:p>
            <a:r>
              <a:rPr lang="tr-TR" dirty="0"/>
              <a:t>https://www.kozmoslisesi.com/artirilmis-gerceklik-nedir-artirilmis-gerceklik-kullanim-alanlari/</a:t>
            </a:r>
          </a:p>
          <a:p>
            <a:r>
              <a:rPr lang="tr-TR" dirty="0"/>
              <a:t>https://codemodeon.com/tr/blog/sanal-gerceklik-nedir/</a:t>
            </a:r>
          </a:p>
          <a:p>
            <a:r>
              <a:rPr lang="tr-TR" dirty="0"/>
              <a:t>https://www.bilgile.com/teknoloji/488-metaverse-nedir/</a:t>
            </a:r>
          </a:p>
          <a:p>
            <a:r>
              <a:rPr lang="tr-TR" dirty="0"/>
              <a:t>https://www.bilalozcakir.com.tr/ar-app/matar-uzamsal-ar-artirilmis-gerceklik-yazilimi/</a:t>
            </a:r>
          </a:p>
        </p:txBody>
      </p:sp>
    </p:spTree>
    <p:extLst>
      <p:ext uri="{BB962C8B-B14F-4D97-AF65-F5344CB8AC3E}">
        <p14:creationId xmlns:p14="http://schemas.microsoft.com/office/powerpoint/2010/main" val="30109409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C01835E-6B31-4E3F-AAAF-2D70819EBA15}"/>
              </a:ext>
            </a:extLst>
          </p:cNvPr>
          <p:cNvSpPr>
            <a:spLocks noGrp="1"/>
          </p:cNvSpPr>
          <p:nvPr>
            <p:ph type="ctrTitle"/>
          </p:nvPr>
        </p:nvSpPr>
        <p:spPr/>
        <p:txBody>
          <a:bodyPr anchor="ctr"/>
          <a:lstStyle/>
          <a:p>
            <a:pPr algn="ctr"/>
            <a:r>
              <a:rPr lang="tr-TR" b="1" dirty="0"/>
              <a:t>BİZİ DİNLEDİĞİNİZ İÇİN TEŞEKKÜRLER</a:t>
            </a:r>
          </a:p>
        </p:txBody>
      </p:sp>
      <p:sp>
        <p:nvSpPr>
          <p:cNvPr id="6" name="Alt Başlık 5">
            <a:extLst>
              <a:ext uri="{FF2B5EF4-FFF2-40B4-BE49-F238E27FC236}">
                <a16:creationId xmlns:a16="http://schemas.microsoft.com/office/drawing/2014/main" id="{88004F04-DEEB-4D1E-A3E4-32FF4ABCB570}"/>
              </a:ext>
            </a:extLst>
          </p:cNvPr>
          <p:cNvSpPr>
            <a:spLocks noGrp="1"/>
          </p:cNvSpPr>
          <p:nvPr>
            <p:ph type="subTitle" idx="1"/>
          </p:nvPr>
        </p:nvSpPr>
        <p:spPr>
          <a:xfrm>
            <a:off x="3962399" y="4385732"/>
            <a:ext cx="7197726" cy="1867923"/>
          </a:xfrm>
        </p:spPr>
        <p:txBody>
          <a:bodyPr>
            <a:noAutofit/>
          </a:bodyPr>
          <a:lstStyle/>
          <a:p>
            <a:pPr algn="ctr"/>
            <a:r>
              <a:rPr lang="tr-TR" sz="2400" b="1" dirty="0"/>
              <a:t>Hazırlayanlar:</a:t>
            </a:r>
          </a:p>
          <a:p>
            <a:pPr algn="ctr"/>
            <a:r>
              <a:rPr lang="tr-TR" sz="2400" dirty="0"/>
              <a:t>İbrahim </a:t>
            </a:r>
            <a:r>
              <a:rPr lang="tr-TR" sz="2400" dirty="0" err="1"/>
              <a:t>öztepe</a:t>
            </a:r>
            <a:endParaRPr lang="tr-TR" sz="2400" dirty="0"/>
          </a:p>
          <a:p>
            <a:pPr algn="ctr"/>
            <a:r>
              <a:rPr lang="tr-TR" sz="2400" dirty="0"/>
              <a:t>Mustafa ali </a:t>
            </a:r>
            <a:r>
              <a:rPr lang="tr-TR" sz="2400" dirty="0" err="1"/>
              <a:t>büstan</a:t>
            </a:r>
            <a:endParaRPr lang="tr-TR" sz="2400" dirty="0"/>
          </a:p>
          <a:p>
            <a:pPr algn="ctr"/>
            <a:r>
              <a:rPr lang="tr-TR" sz="2400" dirty="0"/>
              <a:t>Gürbüz Yusuf </a:t>
            </a:r>
            <a:r>
              <a:rPr lang="tr-TR" sz="2400" dirty="0" err="1"/>
              <a:t>özorhan</a:t>
            </a:r>
            <a:endParaRPr lang="tr-TR" sz="2400" dirty="0"/>
          </a:p>
        </p:txBody>
      </p:sp>
    </p:spTree>
    <p:extLst>
      <p:ext uri="{BB962C8B-B14F-4D97-AF65-F5344CB8AC3E}">
        <p14:creationId xmlns:p14="http://schemas.microsoft.com/office/powerpoint/2010/main" val="2183450870"/>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Gökyüzü">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docProps/app.xml><?xml version="1.0" encoding="utf-8"?>
<Properties xmlns="http://schemas.openxmlformats.org/officeDocument/2006/extended-properties" xmlns:vt="http://schemas.openxmlformats.org/officeDocument/2006/docPropsVTypes">
  <Template>TM03457452[[fn=Gökyüzü]]</Template>
  <TotalTime>258</TotalTime>
  <Words>749</Words>
  <Application>Microsoft Office PowerPoint</Application>
  <PresentationFormat>Geniş ekran</PresentationFormat>
  <Paragraphs>79</Paragraphs>
  <Slides>16</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16</vt:i4>
      </vt:variant>
    </vt:vector>
  </HeadingPairs>
  <TitlesOfParts>
    <vt:vector size="20" baseType="lpstr">
      <vt:lpstr>Arial</vt:lpstr>
      <vt:lpstr>Calibri</vt:lpstr>
      <vt:lpstr>Calibri Light</vt:lpstr>
      <vt:lpstr>Gökyüzü</vt:lpstr>
      <vt:lpstr>artIRILMIŞ VE SANAL GERÇEKLİK</vt:lpstr>
      <vt:lpstr>PowerPoint Sunusu</vt:lpstr>
      <vt:lpstr>İlerleyiş şeması</vt:lpstr>
      <vt:lpstr>Gerçeklik uygulamaları</vt:lpstr>
      <vt:lpstr>Artırılmış gerçeklik [AR]</vt:lpstr>
      <vt:lpstr>ARTIRILMIŞ GERÇEKLİK İÇERİĞİ</vt:lpstr>
      <vt:lpstr>Artırılmış gerçeklik sistemleri</vt:lpstr>
      <vt:lpstr>Uzamsal tip örnekleri</vt:lpstr>
      <vt:lpstr>1 – OptiK TEMELLİ GERÇEKLİK</vt:lpstr>
      <vt:lpstr>2 – video temelli gerçeklik</vt:lpstr>
      <vt:lpstr>Sanal gerçeklik [vr]</vt:lpstr>
      <vt:lpstr>Metaverse kavramı</vt:lpstr>
      <vt:lpstr>Artırılmış ve sanal gerçeklik kARŞILAŞTIRMASI</vt:lpstr>
      <vt:lpstr>Artırılmış gerçeklik ve sanal gerçekliği anlayalım</vt:lpstr>
      <vt:lpstr>KAYNAKÇA</vt:lpstr>
      <vt:lpstr>BİZİ DİNLEDİĞİNİZ İÇİN TEŞEKKÜRLER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İbrahim ÖZTEPE</dc:creator>
  <cp:lastModifiedBy>İbrahim ÖZTEPE</cp:lastModifiedBy>
  <cp:revision>45</cp:revision>
  <dcterms:created xsi:type="dcterms:W3CDTF">2022-04-16T13:38:36Z</dcterms:created>
  <dcterms:modified xsi:type="dcterms:W3CDTF">2022-04-25T04:30:08Z</dcterms:modified>
</cp:coreProperties>
</file>