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6FA92C-57A0-430D-9A58-8FBCB71449A7}" v="575" dt="2022-04-24T18:48:11.1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LA SOYDAM" userId="0e8b11421daa2e19" providerId="Windows Live" clId="Web-{316FA92C-57A0-430D-9A58-8FBCB71449A7}"/>
    <pc:docChg chg="addSld delSld modSld addMainMaster delMainMaster">
      <pc:chgData name="SILA SOYDAM" userId="0e8b11421daa2e19" providerId="Windows Live" clId="Web-{316FA92C-57A0-430D-9A58-8FBCB71449A7}" dt="2022-04-24T18:48:08.023" v="592" actId="20577"/>
      <pc:docMkLst>
        <pc:docMk/>
      </pc:docMkLst>
      <pc:sldChg chg="addSp delSp modSp mod setBg modClrScheme chgLayout">
        <pc:chgData name="SILA SOYDAM" userId="0e8b11421daa2e19" providerId="Windows Live" clId="Web-{316FA92C-57A0-430D-9A58-8FBCB71449A7}" dt="2022-04-24T18:07:15.873" v="25"/>
        <pc:sldMkLst>
          <pc:docMk/>
          <pc:sldMk cId="1674425800" sldId="256"/>
        </pc:sldMkLst>
        <pc:spChg chg="mod">
          <ac:chgData name="SILA SOYDAM" userId="0e8b11421daa2e19" providerId="Windows Live" clId="Web-{316FA92C-57A0-430D-9A58-8FBCB71449A7}" dt="2022-04-24T18:07:15.873" v="25"/>
          <ac:spMkLst>
            <pc:docMk/>
            <pc:sldMk cId="1674425800" sldId="256"/>
            <ac:spMk id="2" creationId="{00000000-0000-0000-0000-000000000000}"/>
          </ac:spMkLst>
        </pc:spChg>
        <pc:spChg chg="del">
          <ac:chgData name="SILA SOYDAM" userId="0e8b11421daa2e19" providerId="Windows Live" clId="Web-{316FA92C-57A0-430D-9A58-8FBCB71449A7}" dt="2022-04-24T18:06:44.011" v="0"/>
          <ac:spMkLst>
            <pc:docMk/>
            <pc:sldMk cId="1674425800" sldId="256"/>
            <ac:spMk id="3" creationId="{00000000-0000-0000-0000-000000000000}"/>
          </ac:spMkLst>
        </pc:spChg>
        <pc:spChg chg="add">
          <ac:chgData name="SILA SOYDAM" userId="0e8b11421daa2e19" providerId="Windows Live" clId="Web-{316FA92C-57A0-430D-9A58-8FBCB71449A7}" dt="2022-04-24T18:07:15.873" v="25"/>
          <ac:spMkLst>
            <pc:docMk/>
            <pc:sldMk cId="1674425800" sldId="256"/>
            <ac:spMk id="7" creationId="{FB8ECA89-3FD7-4BB2-A39F-923046763693}"/>
          </ac:spMkLst>
        </pc:spChg>
        <pc:spChg chg="add">
          <ac:chgData name="SILA SOYDAM" userId="0e8b11421daa2e19" providerId="Windows Live" clId="Web-{316FA92C-57A0-430D-9A58-8FBCB71449A7}" dt="2022-04-24T18:07:15.873" v="25"/>
          <ac:spMkLst>
            <pc:docMk/>
            <pc:sldMk cId="1674425800" sldId="256"/>
            <ac:spMk id="9" creationId="{54F2D2D6-8669-4EA9-A05C-2A810ECFCFAE}"/>
          </ac:spMkLst>
        </pc:spChg>
        <pc:spChg chg="add">
          <ac:chgData name="SILA SOYDAM" userId="0e8b11421daa2e19" providerId="Windows Live" clId="Web-{316FA92C-57A0-430D-9A58-8FBCB71449A7}" dt="2022-04-24T18:07:15.873" v="25"/>
          <ac:spMkLst>
            <pc:docMk/>
            <pc:sldMk cId="1674425800" sldId="256"/>
            <ac:spMk id="11" creationId="{F151AF58-5E9F-478C-896B-D261D731B975}"/>
          </ac:spMkLst>
        </pc:spChg>
      </pc:sldChg>
      <pc:sldChg chg="addSp modSp new mod setBg">
        <pc:chgData name="SILA SOYDAM" userId="0e8b11421daa2e19" providerId="Windows Live" clId="Web-{316FA92C-57A0-430D-9A58-8FBCB71449A7}" dt="2022-04-24T18:09:07.130" v="103"/>
        <pc:sldMkLst>
          <pc:docMk/>
          <pc:sldMk cId="1351283049" sldId="257"/>
        </pc:sldMkLst>
        <pc:spChg chg="mod">
          <ac:chgData name="SILA SOYDAM" userId="0e8b11421daa2e19" providerId="Windows Live" clId="Web-{316FA92C-57A0-430D-9A58-8FBCB71449A7}" dt="2022-04-24T18:09:07.130" v="103"/>
          <ac:spMkLst>
            <pc:docMk/>
            <pc:sldMk cId="1351283049" sldId="257"/>
            <ac:spMk id="2" creationId="{7A1E9FB2-2AD9-1CB4-644E-5F4DCD4DF6A6}"/>
          </ac:spMkLst>
        </pc:spChg>
        <pc:spChg chg="mod">
          <ac:chgData name="SILA SOYDAM" userId="0e8b11421daa2e19" providerId="Windows Live" clId="Web-{316FA92C-57A0-430D-9A58-8FBCB71449A7}" dt="2022-04-24T18:09:07.130" v="103"/>
          <ac:spMkLst>
            <pc:docMk/>
            <pc:sldMk cId="1351283049" sldId="257"/>
            <ac:spMk id="3" creationId="{8430551A-702C-C7A5-FD78-DFF937AD369E}"/>
          </ac:spMkLst>
        </pc:spChg>
        <pc:spChg chg="add">
          <ac:chgData name="SILA SOYDAM" userId="0e8b11421daa2e19" providerId="Windows Live" clId="Web-{316FA92C-57A0-430D-9A58-8FBCB71449A7}" dt="2022-04-24T18:09:07.130" v="103"/>
          <ac:spMkLst>
            <pc:docMk/>
            <pc:sldMk cId="1351283049" sldId="257"/>
            <ac:spMk id="8" creationId="{23BB7E73-E730-42EA-AACE-D1E323EA547E}"/>
          </ac:spMkLst>
        </pc:spChg>
        <pc:spChg chg="add">
          <ac:chgData name="SILA SOYDAM" userId="0e8b11421daa2e19" providerId="Windows Live" clId="Web-{316FA92C-57A0-430D-9A58-8FBCB71449A7}" dt="2022-04-24T18:09:07.130" v="103"/>
          <ac:spMkLst>
            <pc:docMk/>
            <pc:sldMk cId="1351283049" sldId="257"/>
            <ac:spMk id="10" creationId="{F1F6C2E9-B316-4410-88E5-74F044FC3575}"/>
          </ac:spMkLst>
        </pc:spChg>
        <pc:spChg chg="add">
          <ac:chgData name="SILA SOYDAM" userId="0e8b11421daa2e19" providerId="Windows Live" clId="Web-{316FA92C-57A0-430D-9A58-8FBCB71449A7}" dt="2022-04-24T18:09:07.130" v="103"/>
          <ac:spMkLst>
            <pc:docMk/>
            <pc:sldMk cId="1351283049" sldId="257"/>
            <ac:spMk id="12" creationId="{83D07262-43A6-451F-9B19-77B943C6399D}"/>
          </ac:spMkLst>
        </pc:spChg>
      </pc:sldChg>
      <pc:sldChg chg="addSp modSp new mod setBg">
        <pc:chgData name="SILA SOYDAM" userId="0e8b11421daa2e19" providerId="Windows Live" clId="Web-{316FA92C-57A0-430D-9A58-8FBCB71449A7}" dt="2022-04-24T18:11:19.827" v="167" actId="1076"/>
        <pc:sldMkLst>
          <pc:docMk/>
          <pc:sldMk cId="995551643" sldId="258"/>
        </pc:sldMkLst>
        <pc:spChg chg="mod">
          <ac:chgData name="SILA SOYDAM" userId="0e8b11421daa2e19" providerId="Windows Live" clId="Web-{316FA92C-57A0-430D-9A58-8FBCB71449A7}" dt="2022-04-24T18:10:42.121" v="166"/>
          <ac:spMkLst>
            <pc:docMk/>
            <pc:sldMk cId="995551643" sldId="258"/>
            <ac:spMk id="2" creationId="{E1CA883E-123E-2905-C307-942DABD22826}"/>
          </ac:spMkLst>
        </pc:spChg>
        <pc:spChg chg="mod">
          <ac:chgData name="SILA SOYDAM" userId="0e8b11421daa2e19" providerId="Windows Live" clId="Web-{316FA92C-57A0-430D-9A58-8FBCB71449A7}" dt="2022-04-24T18:11:19.827" v="167" actId="1076"/>
          <ac:spMkLst>
            <pc:docMk/>
            <pc:sldMk cId="995551643" sldId="258"/>
            <ac:spMk id="3" creationId="{EA6C772B-08C1-445F-12BE-F9661FE05E70}"/>
          </ac:spMkLst>
        </pc:spChg>
        <pc:spChg chg="add">
          <ac:chgData name="SILA SOYDAM" userId="0e8b11421daa2e19" providerId="Windows Live" clId="Web-{316FA92C-57A0-430D-9A58-8FBCB71449A7}" dt="2022-04-24T18:10:42.121" v="166"/>
          <ac:spMkLst>
            <pc:docMk/>
            <pc:sldMk cId="995551643" sldId="258"/>
            <ac:spMk id="8" creationId="{2D03A0B2-4A2F-D846-A5E6-FB7CB9A031F7}"/>
          </ac:spMkLst>
        </pc:spChg>
        <pc:spChg chg="add">
          <ac:chgData name="SILA SOYDAM" userId="0e8b11421daa2e19" providerId="Windows Live" clId="Web-{316FA92C-57A0-430D-9A58-8FBCB71449A7}" dt="2022-04-24T18:10:42.121" v="166"/>
          <ac:spMkLst>
            <pc:docMk/>
            <pc:sldMk cId="995551643" sldId="258"/>
            <ac:spMk id="10" creationId="{7F573F1D-73A7-FB41-BCAD-FC9AA7DEF4F5}"/>
          </ac:spMkLst>
        </pc:spChg>
        <pc:spChg chg="add">
          <ac:chgData name="SILA SOYDAM" userId="0e8b11421daa2e19" providerId="Windows Live" clId="Web-{316FA92C-57A0-430D-9A58-8FBCB71449A7}" dt="2022-04-24T18:10:42.121" v="166"/>
          <ac:spMkLst>
            <pc:docMk/>
            <pc:sldMk cId="995551643" sldId="258"/>
            <ac:spMk id="12" creationId="{281148B8-58D0-4E9A-A32C-B3B181A3A850}"/>
          </ac:spMkLst>
        </pc:spChg>
        <pc:spChg chg="add">
          <ac:chgData name="SILA SOYDAM" userId="0e8b11421daa2e19" providerId="Windows Live" clId="Web-{316FA92C-57A0-430D-9A58-8FBCB71449A7}" dt="2022-04-24T18:10:42.121" v="166"/>
          <ac:spMkLst>
            <pc:docMk/>
            <pc:sldMk cId="995551643" sldId="258"/>
            <ac:spMk id="14" creationId="{81EC1EF6-A5BF-44DB-A672-D024091B3C76}"/>
          </ac:spMkLst>
        </pc:spChg>
        <pc:spChg chg="add">
          <ac:chgData name="SILA SOYDAM" userId="0e8b11421daa2e19" providerId="Windows Live" clId="Web-{316FA92C-57A0-430D-9A58-8FBCB71449A7}" dt="2022-04-24T18:10:42.121" v="166"/>
          <ac:spMkLst>
            <pc:docMk/>
            <pc:sldMk cId="995551643" sldId="258"/>
            <ac:spMk id="16" creationId="{45E02CBB-287D-4A17-B2F3-56AD2C058FF8}"/>
          </ac:spMkLst>
        </pc:spChg>
      </pc:sldChg>
      <pc:sldChg chg="addSp modSp new mod setBg">
        <pc:chgData name="SILA SOYDAM" userId="0e8b11421daa2e19" providerId="Windows Live" clId="Web-{316FA92C-57A0-430D-9A58-8FBCB71449A7}" dt="2022-04-24T18:13:14.303" v="179"/>
        <pc:sldMkLst>
          <pc:docMk/>
          <pc:sldMk cId="845789425" sldId="259"/>
        </pc:sldMkLst>
        <pc:spChg chg="mod">
          <ac:chgData name="SILA SOYDAM" userId="0e8b11421daa2e19" providerId="Windows Live" clId="Web-{316FA92C-57A0-430D-9A58-8FBCB71449A7}" dt="2022-04-24T18:13:14.303" v="179"/>
          <ac:spMkLst>
            <pc:docMk/>
            <pc:sldMk cId="845789425" sldId="259"/>
            <ac:spMk id="2" creationId="{F478F930-77AA-2767-5C26-B3B4AF8BA044}"/>
          </ac:spMkLst>
        </pc:spChg>
        <pc:spChg chg="mod">
          <ac:chgData name="SILA SOYDAM" userId="0e8b11421daa2e19" providerId="Windows Live" clId="Web-{316FA92C-57A0-430D-9A58-8FBCB71449A7}" dt="2022-04-24T18:13:14.303" v="179"/>
          <ac:spMkLst>
            <pc:docMk/>
            <pc:sldMk cId="845789425" sldId="259"/>
            <ac:spMk id="3" creationId="{00F0226A-9910-3405-3DE4-C24D2A09F1B1}"/>
          </ac:spMkLst>
        </pc:spChg>
        <pc:spChg chg="add">
          <ac:chgData name="SILA SOYDAM" userId="0e8b11421daa2e19" providerId="Windows Live" clId="Web-{316FA92C-57A0-430D-9A58-8FBCB71449A7}" dt="2022-04-24T18:13:14.303" v="179"/>
          <ac:spMkLst>
            <pc:docMk/>
            <pc:sldMk cId="845789425" sldId="259"/>
            <ac:spMk id="8" creationId="{23BB7E73-E730-42EA-AACE-D1E323EA547E}"/>
          </ac:spMkLst>
        </pc:spChg>
        <pc:spChg chg="add">
          <ac:chgData name="SILA SOYDAM" userId="0e8b11421daa2e19" providerId="Windows Live" clId="Web-{316FA92C-57A0-430D-9A58-8FBCB71449A7}" dt="2022-04-24T18:13:14.303" v="179"/>
          <ac:spMkLst>
            <pc:docMk/>
            <pc:sldMk cId="845789425" sldId="259"/>
            <ac:spMk id="10" creationId="{F1F6C2E9-B316-4410-88E5-74F044FC3575}"/>
          </ac:spMkLst>
        </pc:spChg>
        <pc:spChg chg="add">
          <ac:chgData name="SILA SOYDAM" userId="0e8b11421daa2e19" providerId="Windows Live" clId="Web-{316FA92C-57A0-430D-9A58-8FBCB71449A7}" dt="2022-04-24T18:13:14.303" v="179"/>
          <ac:spMkLst>
            <pc:docMk/>
            <pc:sldMk cId="845789425" sldId="259"/>
            <ac:spMk id="12" creationId="{83D07262-43A6-451F-9B19-77B943C6399D}"/>
          </ac:spMkLst>
        </pc:spChg>
      </pc:sldChg>
      <pc:sldChg chg="addSp modSp new mod setBg">
        <pc:chgData name="SILA SOYDAM" userId="0e8b11421daa2e19" providerId="Windows Live" clId="Web-{316FA92C-57A0-430D-9A58-8FBCB71449A7}" dt="2022-04-24T18:46:21.610" v="581" actId="1076"/>
        <pc:sldMkLst>
          <pc:docMk/>
          <pc:sldMk cId="2097367198" sldId="260"/>
        </pc:sldMkLst>
        <pc:spChg chg="mod">
          <ac:chgData name="SILA SOYDAM" userId="0e8b11421daa2e19" providerId="Windows Live" clId="Web-{316FA92C-57A0-430D-9A58-8FBCB71449A7}" dt="2022-04-24T18:14:53.857" v="196"/>
          <ac:spMkLst>
            <pc:docMk/>
            <pc:sldMk cId="2097367198" sldId="260"/>
            <ac:spMk id="2" creationId="{B494D8C6-4102-71E4-796E-33EFDB51FFD8}"/>
          </ac:spMkLst>
        </pc:spChg>
        <pc:spChg chg="mod">
          <ac:chgData name="SILA SOYDAM" userId="0e8b11421daa2e19" providerId="Windows Live" clId="Web-{316FA92C-57A0-430D-9A58-8FBCB71449A7}" dt="2022-04-24T18:46:21.610" v="581" actId="1076"/>
          <ac:spMkLst>
            <pc:docMk/>
            <pc:sldMk cId="2097367198" sldId="260"/>
            <ac:spMk id="3" creationId="{E2035102-12C5-6170-5237-4F385F5DEBC6}"/>
          </ac:spMkLst>
        </pc:spChg>
        <pc:spChg chg="add">
          <ac:chgData name="SILA SOYDAM" userId="0e8b11421daa2e19" providerId="Windows Live" clId="Web-{316FA92C-57A0-430D-9A58-8FBCB71449A7}" dt="2022-04-24T18:14:53.857" v="196"/>
          <ac:spMkLst>
            <pc:docMk/>
            <pc:sldMk cId="2097367198" sldId="260"/>
            <ac:spMk id="8" creationId="{23BB7E73-E730-42EA-AACE-D1E323EA547E}"/>
          </ac:spMkLst>
        </pc:spChg>
        <pc:spChg chg="add">
          <ac:chgData name="SILA SOYDAM" userId="0e8b11421daa2e19" providerId="Windows Live" clId="Web-{316FA92C-57A0-430D-9A58-8FBCB71449A7}" dt="2022-04-24T18:14:53.857" v="196"/>
          <ac:spMkLst>
            <pc:docMk/>
            <pc:sldMk cId="2097367198" sldId="260"/>
            <ac:spMk id="10" creationId="{F1F6C2E9-B316-4410-88E5-74F044FC3575}"/>
          </ac:spMkLst>
        </pc:spChg>
        <pc:spChg chg="add">
          <ac:chgData name="SILA SOYDAM" userId="0e8b11421daa2e19" providerId="Windows Live" clId="Web-{316FA92C-57A0-430D-9A58-8FBCB71449A7}" dt="2022-04-24T18:14:53.857" v="196"/>
          <ac:spMkLst>
            <pc:docMk/>
            <pc:sldMk cId="2097367198" sldId="260"/>
            <ac:spMk id="12" creationId="{83D07262-43A6-451F-9B19-77B943C6399D}"/>
          </ac:spMkLst>
        </pc:spChg>
      </pc:sldChg>
      <pc:sldChg chg="addSp modSp new mod setBg">
        <pc:chgData name="SILA SOYDAM" userId="0e8b11421daa2e19" providerId="Windows Live" clId="Web-{316FA92C-57A0-430D-9A58-8FBCB71449A7}" dt="2022-04-24T18:17:06.991" v="216"/>
        <pc:sldMkLst>
          <pc:docMk/>
          <pc:sldMk cId="3790580395" sldId="261"/>
        </pc:sldMkLst>
        <pc:spChg chg="mod">
          <ac:chgData name="SILA SOYDAM" userId="0e8b11421daa2e19" providerId="Windows Live" clId="Web-{316FA92C-57A0-430D-9A58-8FBCB71449A7}" dt="2022-04-24T18:17:06.991" v="216"/>
          <ac:spMkLst>
            <pc:docMk/>
            <pc:sldMk cId="3790580395" sldId="261"/>
            <ac:spMk id="2" creationId="{D2BE0767-76E0-43DD-BFA3-E5EB5BB8E816}"/>
          </ac:spMkLst>
        </pc:spChg>
        <pc:spChg chg="mod">
          <ac:chgData name="SILA SOYDAM" userId="0e8b11421daa2e19" providerId="Windows Live" clId="Web-{316FA92C-57A0-430D-9A58-8FBCB71449A7}" dt="2022-04-24T18:17:06.991" v="216"/>
          <ac:spMkLst>
            <pc:docMk/>
            <pc:sldMk cId="3790580395" sldId="261"/>
            <ac:spMk id="3" creationId="{96C06234-AB2D-2BD8-CCC8-A64AE87C9981}"/>
          </ac:spMkLst>
        </pc:spChg>
        <pc:spChg chg="add">
          <ac:chgData name="SILA SOYDAM" userId="0e8b11421daa2e19" providerId="Windows Live" clId="Web-{316FA92C-57A0-430D-9A58-8FBCB71449A7}" dt="2022-04-24T18:17:06.991" v="216"/>
          <ac:spMkLst>
            <pc:docMk/>
            <pc:sldMk cId="3790580395" sldId="261"/>
            <ac:spMk id="8" creationId="{23BB7E73-E730-42EA-AACE-D1E323EA547E}"/>
          </ac:spMkLst>
        </pc:spChg>
        <pc:spChg chg="add">
          <ac:chgData name="SILA SOYDAM" userId="0e8b11421daa2e19" providerId="Windows Live" clId="Web-{316FA92C-57A0-430D-9A58-8FBCB71449A7}" dt="2022-04-24T18:17:06.991" v="216"/>
          <ac:spMkLst>
            <pc:docMk/>
            <pc:sldMk cId="3790580395" sldId="261"/>
            <ac:spMk id="10" creationId="{F1F6C2E9-B316-4410-88E5-74F044FC3575}"/>
          </ac:spMkLst>
        </pc:spChg>
        <pc:spChg chg="add">
          <ac:chgData name="SILA SOYDAM" userId="0e8b11421daa2e19" providerId="Windows Live" clId="Web-{316FA92C-57A0-430D-9A58-8FBCB71449A7}" dt="2022-04-24T18:17:06.991" v="216"/>
          <ac:spMkLst>
            <pc:docMk/>
            <pc:sldMk cId="3790580395" sldId="261"/>
            <ac:spMk id="12" creationId="{83D07262-43A6-451F-9B19-77B943C6399D}"/>
          </ac:spMkLst>
        </pc:spChg>
      </pc:sldChg>
      <pc:sldChg chg="addSp modSp new mod setBg">
        <pc:chgData name="SILA SOYDAM" userId="0e8b11421daa2e19" providerId="Windows Live" clId="Web-{316FA92C-57A0-430D-9A58-8FBCB71449A7}" dt="2022-04-24T18:19:17.547" v="229"/>
        <pc:sldMkLst>
          <pc:docMk/>
          <pc:sldMk cId="3079636231" sldId="262"/>
        </pc:sldMkLst>
        <pc:spChg chg="mod">
          <ac:chgData name="SILA SOYDAM" userId="0e8b11421daa2e19" providerId="Windows Live" clId="Web-{316FA92C-57A0-430D-9A58-8FBCB71449A7}" dt="2022-04-24T18:19:17.547" v="229"/>
          <ac:spMkLst>
            <pc:docMk/>
            <pc:sldMk cId="3079636231" sldId="262"/>
            <ac:spMk id="2" creationId="{A5FF82D8-0623-82C0-2719-22A5A6E72874}"/>
          </ac:spMkLst>
        </pc:spChg>
        <pc:spChg chg="mod">
          <ac:chgData name="SILA SOYDAM" userId="0e8b11421daa2e19" providerId="Windows Live" clId="Web-{316FA92C-57A0-430D-9A58-8FBCB71449A7}" dt="2022-04-24T18:19:17.547" v="229"/>
          <ac:spMkLst>
            <pc:docMk/>
            <pc:sldMk cId="3079636231" sldId="262"/>
            <ac:spMk id="3" creationId="{EEFFE28D-68C2-04F7-0A56-9A39DFD6D095}"/>
          </ac:spMkLst>
        </pc:spChg>
        <pc:spChg chg="add">
          <ac:chgData name="SILA SOYDAM" userId="0e8b11421daa2e19" providerId="Windows Live" clId="Web-{316FA92C-57A0-430D-9A58-8FBCB71449A7}" dt="2022-04-24T18:19:17.547" v="229"/>
          <ac:spMkLst>
            <pc:docMk/>
            <pc:sldMk cId="3079636231" sldId="262"/>
            <ac:spMk id="8" creationId="{23BB7E73-E730-42EA-AACE-D1E323EA547E}"/>
          </ac:spMkLst>
        </pc:spChg>
        <pc:spChg chg="add">
          <ac:chgData name="SILA SOYDAM" userId="0e8b11421daa2e19" providerId="Windows Live" clId="Web-{316FA92C-57A0-430D-9A58-8FBCB71449A7}" dt="2022-04-24T18:19:17.547" v="229"/>
          <ac:spMkLst>
            <pc:docMk/>
            <pc:sldMk cId="3079636231" sldId="262"/>
            <ac:spMk id="10" creationId="{F1F6C2E9-B316-4410-88E5-74F044FC3575}"/>
          </ac:spMkLst>
        </pc:spChg>
        <pc:spChg chg="add">
          <ac:chgData name="SILA SOYDAM" userId="0e8b11421daa2e19" providerId="Windows Live" clId="Web-{316FA92C-57A0-430D-9A58-8FBCB71449A7}" dt="2022-04-24T18:19:17.547" v="229"/>
          <ac:spMkLst>
            <pc:docMk/>
            <pc:sldMk cId="3079636231" sldId="262"/>
            <ac:spMk id="12" creationId="{83D07262-43A6-451F-9B19-77B943C6399D}"/>
          </ac:spMkLst>
        </pc:spChg>
      </pc:sldChg>
      <pc:sldChg chg="modSp new">
        <pc:chgData name="SILA SOYDAM" userId="0e8b11421daa2e19" providerId="Windows Live" clId="Web-{316FA92C-57A0-430D-9A58-8FBCB71449A7}" dt="2022-04-24T18:23:26.985" v="294" actId="20577"/>
        <pc:sldMkLst>
          <pc:docMk/>
          <pc:sldMk cId="9258740" sldId="263"/>
        </pc:sldMkLst>
        <pc:spChg chg="mod">
          <ac:chgData name="SILA SOYDAM" userId="0e8b11421daa2e19" providerId="Windows Live" clId="Web-{316FA92C-57A0-430D-9A58-8FBCB71449A7}" dt="2022-04-24T18:19:46.377" v="236" actId="20577"/>
          <ac:spMkLst>
            <pc:docMk/>
            <pc:sldMk cId="9258740" sldId="263"/>
            <ac:spMk id="2" creationId="{BB0E7D63-DB73-A27D-D0C2-DC3956353978}"/>
          </ac:spMkLst>
        </pc:spChg>
        <pc:spChg chg="mod">
          <ac:chgData name="SILA SOYDAM" userId="0e8b11421daa2e19" providerId="Windows Live" clId="Web-{316FA92C-57A0-430D-9A58-8FBCB71449A7}" dt="2022-04-24T18:23:26.985" v="294" actId="20577"/>
          <ac:spMkLst>
            <pc:docMk/>
            <pc:sldMk cId="9258740" sldId="263"/>
            <ac:spMk id="3" creationId="{8829C593-DDDD-6C79-ECE8-5F7BFAD8EE10}"/>
          </ac:spMkLst>
        </pc:spChg>
      </pc:sldChg>
      <pc:sldChg chg="modSp new">
        <pc:chgData name="SILA SOYDAM" userId="0e8b11421daa2e19" providerId="Windows Live" clId="Web-{316FA92C-57A0-430D-9A58-8FBCB71449A7}" dt="2022-04-24T18:23:42.236" v="295" actId="20577"/>
        <pc:sldMkLst>
          <pc:docMk/>
          <pc:sldMk cId="3782054652" sldId="264"/>
        </pc:sldMkLst>
        <pc:spChg chg="mod">
          <ac:chgData name="SILA SOYDAM" userId="0e8b11421daa2e19" providerId="Windows Live" clId="Web-{316FA92C-57A0-430D-9A58-8FBCB71449A7}" dt="2022-04-24T18:19:52.502" v="241" actId="20577"/>
          <ac:spMkLst>
            <pc:docMk/>
            <pc:sldMk cId="3782054652" sldId="264"/>
            <ac:spMk id="2" creationId="{9FBF0111-2AF1-4FEE-A103-046CCC29B4D0}"/>
          </ac:spMkLst>
        </pc:spChg>
        <pc:spChg chg="mod">
          <ac:chgData name="SILA SOYDAM" userId="0e8b11421daa2e19" providerId="Windows Live" clId="Web-{316FA92C-57A0-430D-9A58-8FBCB71449A7}" dt="2022-04-24T18:23:42.236" v="295" actId="20577"/>
          <ac:spMkLst>
            <pc:docMk/>
            <pc:sldMk cId="3782054652" sldId="264"/>
            <ac:spMk id="3" creationId="{644286DB-BF94-B1AA-1519-1DCE67C4915E}"/>
          </ac:spMkLst>
        </pc:spChg>
      </pc:sldChg>
      <pc:sldChg chg="modSp new">
        <pc:chgData name="SILA SOYDAM" userId="0e8b11421daa2e19" providerId="Windows Live" clId="Web-{316FA92C-57A0-430D-9A58-8FBCB71449A7}" dt="2022-04-24T18:24:02.675" v="296" actId="20577"/>
        <pc:sldMkLst>
          <pc:docMk/>
          <pc:sldMk cId="3126886941" sldId="265"/>
        </pc:sldMkLst>
        <pc:spChg chg="mod">
          <ac:chgData name="SILA SOYDAM" userId="0e8b11421daa2e19" providerId="Windows Live" clId="Web-{316FA92C-57A0-430D-9A58-8FBCB71449A7}" dt="2022-04-24T18:20:58.194" v="249" actId="20577"/>
          <ac:spMkLst>
            <pc:docMk/>
            <pc:sldMk cId="3126886941" sldId="265"/>
            <ac:spMk id="2" creationId="{1C5C76B8-C91D-008F-A356-5E8CE38740F1}"/>
          </ac:spMkLst>
        </pc:spChg>
        <pc:spChg chg="mod">
          <ac:chgData name="SILA SOYDAM" userId="0e8b11421daa2e19" providerId="Windows Live" clId="Web-{316FA92C-57A0-430D-9A58-8FBCB71449A7}" dt="2022-04-24T18:24:02.675" v="296" actId="20577"/>
          <ac:spMkLst>
            <pc:docMk/>
            <pc:sldMk cId="3126886941" sldId="265"/>
            <ac:spMk id="3" creationId="{D6F9864B-6131-F88F-BBD8-15F197FFBB56}"/>
          </ac:spMkLst>
        </pc:spChg>
      </pc:sldChg>
      <pc:sldChg chg="modSp new">
        <pc:chgData name="SILA SOYDAM" userId="0e8b11421daa2e19" providerId="Windows Live" clId="Web-{316FA92C-57A0-430D-9A58-8FBCB71449A7}" dt="2022-04-24T18:24:32.521" v="298" actId="20577"/>
        <pc:sldMkLst>
          <pc:docMk/>
          <pc:sldMk cId="3600655111" sldId="266"/>
        </pc:sldMkLst>
        <pc:spChg chg="mod">
          <ac:chgData name="SILA SOYDAM" userId="0e8b11421daa2e19" providerId="Windows Live" clId="Web-{316FA92C-57A0-430D-9A58-8FBCB71449A7}" dt="2022-04-24T18:21:18.180" v="258" actId="20577"/>
          <ac:spMkLst>
            <pc:docMk/>
            <pc:sldMk cId="3600655111" sldId="266"/>
            <ac:spMk id="2" creationId="{DF7C744F-B947-7CC3-5DCA-D57BD6C171BF}"/>
          </ac:spMkLst>
        </pc:spChg>
        <pc:spChg chg="mod">
          <ac:chgData name="SILA SOYDAM" userId="0e8b11421daa2e19" providerId="Windows Live" clId="Web-{316FA92C-57A0-430D-9A58-8FBCB71449A7}" dt="2022-04-24T18:24:32.521" v="298" actId="20577"/>
          <ac:spMkLst>
            <pc:docMk/>
            <pc:sldMk cId="3600655111" sldId="266"/>
            <ac:spMk id="3" creationId="{8CAA7380-56FB-AF6C-89DC-AF4A8E594CA2}"/>
          </ac:spMkLst>
        </pc:spChg>
      </pc:sldChg>
      <pc:sldChg chg="modSp new">
        <pc:chgData name="SILA SOYDAM" userId="0e8b11421daa2e19" providerId="Windows Live" clId="Web-{316FA92C-57A0-430D-9A58-8FBCB71449A7}" dt="2022-04-24T18:27:28.283" v="300" actId="20577"/>
        <pc:sldMkLst>
          <pc:docMk/>
          <pc:sldMk cId="293466684" sldId="267"/>
        </pc:sldMkLst>
        <pc:spChg chg="mod">
          <ac:chgData name="SILA SOYDAM" userId="0e8b11421daa2e19" providerId="Windows Live" clId="Web-{316FA92C-57A0-430D-9A58-8FBCB71449A7}" dt="2022-04-24T18:21:26.024" v="263" actId="20577"/>
          <ac:spMkLst>
            <pc:docMk/>
            <pc:sldMk cId="293466684" sldId="267"/>
            <ac:spMk id="2" creationId="{FB7174DB-CE38-3E33-8517-CE4DBD417571}"/>
          </ac:spMkLst>
        </pc:spChg>
        <pc:spChg chg="mod">
          <ac:chgData name="SILA SOYDAM" userId="0e8b11421daa2e19" providerId="Windows Live" clId="Web-{316FA92C-57A0-430D-9A58-8FBCB71449A7}" dt="2022-04-24T18:27:28.283" v="300" actId="20577"/>
          <ac:spMkLst>
            <pc:docMk/>
            <pc:sldMk cId="293466684" sldId="267"/>
            <ac:spMk id="3" creationId="{2ADBC3B4-BAE6-610A-2BDA-991BFD31E2DA}"/>
          </ac:spMkLst>
        </pc:spChg>
      </pc:sldChg>
      <pc:sldChg chg="modSp new">
        <pc:chgData name="SILA SOYDAM" userId="0e8b11421daa2e19" providerId="Windows Live" clId="Web-{316FA92C-57A0-430D-9A58-8FBCB71449A7}" dt="2022-04-24T18:27:31.721" v="301" actId="20577"/>
        <pc:sldMkLst>
          <pc:docMk/>
          <pc:sldMk cId="4109678216" sldId="268"/>
        </pc:sldMkLst>
        <pc:spChg chg="mod">
          <ac:chgData name="SILA SOYDAM" userId="0e8b11421daa2e19" providerId="Windows Live" clId="Web-{316FA92C-57A0-430D-9A58-8FBCB71449A7}" dt="2022-04-24T18:21:47.307" v="275" actId="20577"/>
          <ac:spMkLst>
            <pc:docMk/>
            <pc:sldMk cId="4109678216" sldId="268"/>
            <ac:spMk id="2" creationId="{271EFFC9-C1BA-8EC8-2421-50A66CFD50B5}"/>
          </ac:spMkLst>
        </pc:spChg>
        <pc:spChg chg="mod">
          <ac:chgData name="SILA SOYDAM" userId="0e8b11421daa2e19" providerId="Windows Live" clId="Web-{316FA92C-57A0-430D-9A58-8FBCB71449A7}" dt="2022-04-24T18:27:31.721" v="301" actId="20577"/>
          <ac:spMkLst>
            <pc:docMk/>
            <pc:sldMk cId="4109678216" sldId="268"/>
            <ac:spMk id="3" creationId="{015EF51D-D7FA-C98A-53C9-588C88AE1484}"/>
          </ac:spMkLst>
        </pc:spChg>
      </pc:sldChg>
      <pc:sldChg chg="modSp new">
        <pc:chgData name="SILA SOYDAM" userId="0e8b11421daa2e19" providerId="Windows Live" clId="Web-{316FA92C-57A0-430D-9A58-8FBCB71449A7}" dt="2022-04-24T18:28:24.318" v="303" actId="20577"/>
        <pc:sldMkLst>
          <pc:docMk/>
          <pc:sldMk cId="872158366" sldId="269"/>
        </pc:sldMkLst>
        <pc:spChg chg="mod">
          <ac:chgData name="SILA SOYDAM" userId="0e8b11421daa2e19" providerId="Windows Live" clId="Web-{316FA92C-57A0-430D-9A58-8FBCB71449A7}" dt="2022-04-24T18:22:52.499" v="292" actId="20577"/>
          <ac:spMkLst>
            <pc:docMk/>
            <pc:sldMk cId="872158366" sldId="269"/>
            <ac:spMk id="2" creationId="{46F68589-A2BC-FD0A-A9B4-456512EC43FD}"/>
          </ac:spMkLst>
        </pc:spChg>
        <pc:spChg chg="mod">
          <ac:chgData name="SILA SOYDAM" userId="0e8b11421daa2e19" providerId="Windows Live" clId="Web-{316FA92C-57A0-430D-9A58-8FBCB71449A7}" dt="2022-04-24T18:28:24.318" v="303" actId="20577"/>
          <ac:spMkLst>
            <pc:docMk/>
            <pc:sldMk cId="872158366" sldId="269"/>
            <ac:spMk id="3" creationId="{5610EA9F-F460-A15E-2155-9BB519A916BB}"/>
          </ac:spMkLst>
        </pc:spChg>
      </pc:sldChg>
      <pc:sldChg chg="modSp new">
        <pc:chgData name="SILA SOYDAM" userId="0e8b11421daa2e19" providerId="Windows Live" clId="Web-{316FA92C-57A0-430D-9A58-8FBCB71449A7}" dt="2022-04-24T18:29:57.965" v="327" actId="14100"/>
        <pc:sldMkLst>
          <pc:docMk/>
          <pc:sldMk cId="3101401815" sldId="270"/>
        </pc:sldMkLst>
        <pc:spChg chg="mod">
          <ac:chgData name="SILA SOYDAM" userId="0e8b11421daa2e19" providerId="Windows Live" clId="Web-{316FA92C-57A0-430D-9A58-8FBCB71449A7}" dt="2022-04-24T18:28:45.538" v="321" actId="20577"/>
          <ac:spMkLst>
            <pc:docMk/>
            <pc:sldMk cId="3101401815" sldId="270"/>
            <ac:spMk id="2" creationId="{F45FAF9D-DD6C-12FC-3895-FA56F6CFA4DF}"/>
          </ac:spMkLst>
        </pc:spChg>
        <pc:spChg chg="mod">
          <ac:chgData name="SILA SOYDAM" userId="0e8b11421daa2e19" providerId="Windows Live" clId="Web-{316FA92C-57A0-430D-9A58-8FBCB71449A7}" dt="2022-04-24T18:29:57.965" v="327" actId="14100"/>
          <ac:spMkLst>
            <pc:docMk/>
            <pc:sldMk cId="3101401815" sldId="270"/>
            <ac:spMk id="3" creationId="{6D781A43-45A2-E825-A2E6-8D160C859FAF}"/>
          </ac:spMkLst>
        </pc:spChg>
      </pc:sldChg>
      <pc:sldChg chg="addSp delSp modSp new">
        <pc:chgData name="SILA SOYDAM" userId="0e8b11421daa2e19" providerId="Windows Live" clId="Web-{316FA92C-57A0-430D-9A58-8FBCB71449A7}" dt="2022-04-24T18:31:25.533" v="338" actId="20577"/>
        <pc:sldMkLst>
          <pc:docMk/>
          <pc:sldMk cId="125220285" sldId="271"/>
        </pc:sldMkLst>
        <pc:spChg chg="mod">
          <ac:chgData name="SILA SOYDAM" userId="0e8b11421daa2e19" providerId="Windows Live" clId="Web-{316FA92C-57A0-430D-9A58-8FBCB71449A7}" dt="2022-04-24T18:31:01.922" v="335" actId="14100"/>
          <ac:spMkLst>
            <pc:docMk/>
            <pc:sldMk cId="125220285" sldId="271"/>
            <ac:spMk id="2" creationId="{8A5BCCEE-59E1-5673-BF52-25FF87661C8B}"/>
          </ac:spMkLst>
        </pc:spChg>
        <pc:spChg chg="mod">
          <ac:chgData name="SILA SOYDAM" userId="0e8b11421daa2e19" providerId="Windows Live" clId="Web-{316FA92C-57A0-430D-9A58-8FBCB71449A7}" dt="2022-04-24T18:31:25.533" v="338" actId="20577"/>
          <ac:spMkLst>
            <pc:docMk/>
            <pc:sldMk cId="125220285" sldId="271"/>
            <ac:spMk id="3" creationId="{A739AFD0-5DCB-C2AF-6025-3EBDD97C0AA5}"/>
          </ac:spMkLst>
        </pc:spChg>
        <pc:spChg chg="add del mod">
          <ac:chgData name="SILA SOYDAM" userId="0e8b11421daa2e19" providerId="Windows Live" clId="Web-{316FA92C-57A0-430D-9A58-8FBCB71449A7}" dt="2022-04-24T18:30:54.422" v="334"/>
          <ac:spMkLst>
            <pc:docMk/>
            <pc:sldMk cId="125220285" sldId="271"/>
            <ac:spMk id="4" creationId="{38F51076-BD64-684D-07FD-D1656E0ED882}"/>
          </ac:spMkLst>
        </pc:spChg>
      </pc:sldChg>
      <pc:sldChg chg="addSp delSp modSp new mod setBg modClrScheme chgLayout">
        <pc:chgData name="SILA SOYDAM" userId="0e8b11421daa2e19" providerId="Windows Live" clId="Web-{316FA92C-57A0-430D-9A58-8FBCB71449A7}" dt="2022-04-24T18:37:23.448" v="403"/>
        <pc:sldMkLst>
          <pc:docMk/>
          <pc:sldMk cId="2982585082" sldId="272"/>
        </pc:sldMkLst>
        <pc:spChg chg="del mod ord">
          <ac:chgData name="SILA SOYDAM" userId="0e8b11421daa2e19" providerId="Windows Live" clId="Web-{316FA92C-57A0-430D-9A58-8FBCB71449A7}" dt="2022-04-24T18:33:36.589" v="372"/>
          <ac:spMkLst>
            <pc:docMk/>
            <pc:sldMk cId="2982585082" sldId="272"/>
            <ac:spMk id="2" creationId="{4FD8FC9A-12B3-0AF7-25F5-993438CC4C63}"/>
          </ac:spMkLst>
        </pc:spChg>
        <pc:spChg chg="mod ord">
          <ac:chgData name="SILA SOYDAM" userId="0e8b11421daa2e19" providerId="Windows Live" clId="Web-{316FA92C-57A0-430D-9A58-8FBCB71449A7}" dt="2022-04-24T18:35:36.019" v="396" actId="20577"/>
          <ac:spMkLst>
            <pc:docMk/>
            <pc:sldMk cId="2982585082" sldId="272"/>
            <ac:spMk id="3" creationId="{6F35C6A1-A069-3730-D2CD-D883A07666EF}"/>
          </ac:spMkLst>
        </pc:spChg>
        <pc:spChg chg="add">
          <ac:chgData name="SILA SOYDAM" userId="0e8b11421daa2e19" providerId="Windows Live" clId="Web-{316FA92C-57A0-430D-9A58-8FBCB71449A7}" dt="2022-04-24T18:37:23.448" v="403"/>
          <ac:spMkLst>
            <pc:docMk/>
            <pc:sldMk cId="2982585082" sldId="272"/>
            <ac:spMk id="8" creationId="{2D03A0B2-4A2F-D846-A5E6-FB7CB9A031F7}"/>
          </ac:spMkLst>
        </pc:spChg>
        <pc:spChg chg="add">
          <ac:chgData name="SILA SOYDAM" userId="0e8b11421daa2e19" providerId="Windows Live" clId="Web-{316FA92C-57A0-430D-9A58-8FBCB71449A7}" dt="2022-04-24T18:37:23.448" v="403"/>
          <ac:spMkLst>
            <pc:docMk/>
            <pc:sldMk cId="2982585082" sldId="272"/>
            <ac:spMk id="10" creationId="{7F573F1D-73A7-FB41-BCAD-FC9AA7DEF4F5}"/>
          </ac:spMkLst>
        </pc:spChg>
        <pc:spChg chg="add">
          <ac:chgData name="SILA SOYDAM" userId="0e8b11421daa2e19" providerId="Windows Live" clId="Web-{316FA92C-57A0-430D-9A58-8FBCB71449A7}" dt="2022-04-24T18:37:23.448" v="403"/>
          <ac:spMkLst>
            <pc:docMk/>
            <pc:sldMk cId="2982585082" sldId="272"/>
            <ac:spMk id="12" creationId="{0247FD0E-C93A-490E-9994-C79DC8977165}"/>
          </ac:spMkLst>
        </pc:spChg>
        <pc:spChg chg="add">
          <ac:chgData name="SILA SOYDAM" userId="0e8b11421daa2e19" providerId="Windows Live" clId="Web-{316FA92C-57A0-430D-9A58-8FBCB71449A7}" dt="2022-04-24T18:37:23.448" v="403"/>
          <ac:spMkLst>
            <pc:docMk/>
            <pc:sldMk cId="2982585082" sldId="272"/>
            <ac:spMk id="14" creationId="{AD77B2DF-AF44-4996-BBFD-5DF9162BE4B2}"/>
          </ac:spMkLst>
        </pc:spChg>
        <pc:spChg chg="add">
          <ac:chgData name="SILA SOYDAM" userId="0e8b11421daa2e19" providerId="Windows Live" clId="Web-{316FA92C-57A0-430D-9A58-8FBCB71449A7}" dt="2022-04-24T18:37:23.448" v="403"/>
          <ac:spMkLst>
            <pc:docMk/>
            <pc:sldMk cId="2982585082" sldId="272"/>
            <ac:spMk id="16" creationId="{FF6BECB9-A7FC-400F-8502-97A13BB879D2}"/>
          </ac:spMkLst>
        </pc:spChg>
      </pc:sldChg>
      <pc:sldChg chg="new del">
        <pc:chgData name="SILA SOYDAM" userId="0e8b11421daa2e19" providerId="Windows Live" clId="Web-{316FA92C-57A0-430D-9A58-8FBCB71449A7}" dt="2022-04-24T18:40:06.319" v="422"/>
        <pc:sldMkLst>
          <pc:docMk/>
          <pc:sldMk cId="2836983917" sldId="273"/>
        </pc:sldMkLst>
      </pc:sldChg>
      <pc:sldChg chg="addSp delSp modSp new del mod setBg">
        <pc:chgData name="SILA SOYDAM" userId="0e8b11421daa2e19" providerId="Windows Live" clId="Web-{316FA92C-57A0-430D-9A58-8FBCB71449A7}" dt="2022-04-24T18:39:25.644" v="415"/>
        <pc:sldMkLst>
          <pc:docMk/>
          <pc:sldMk cId="4255722576" sldId="273"/>
        </pc:sldMkLst>
        <pc:spChg chg="mod">
          <ac:chgData name="SILA SOYDAM" userId="0e8b11421daa2e19" providerId="Windows Live" clId="Web-{316FA92C-57A0-430D-9A58-8FBCB71449A7}" dt="2022-04-24T18:39:20.472" v="414" actId="20577"/>
          <ac:spMkLst>
            <pc:docMk/>
            <pc:sldMk cId="4255722576" sldId="273"/>
            <ac:spMk id="2" creationId="{30350FB5-714F-F21B-B07F-DA958E427E25}"/>
          </ac:spMkLst>
        </pc:spChg>
        <pc:spChg chg="add del mod">
          <ac:chgData name="SILA SOYDAM" userId="0e8b11421daa2e19" providerId="Windows Live" clId="Web-{316FA92C-57A0-430D-9A58-8FBCB71449A7}" dt="2022-04-24T18:38:39.500" v="409"/>
          <ac:spMkLst>
            <pc:docMk/>
            <pc:sldMk cId="4255722576" sldId="273"/>
            <ac:spMk id="3" creationId="{2C5BDF98-BF8B-5F07-B682-EFCB477811D7}"/>
          </ac:spMkLst>
        </pc:spChg>
        <pc:spChg chg="add">
          <ac:chgData name="SILA SOYDAM" userId="0e8b11421daa2e19" providerId="Windows Live" clId="Web-{316FA92C-57A0-430D-9A58-8FBCB71449A7}" dt="2022-04-24T18:37:12.260" v="402"/>
          <ac:spMkLst>
            <pc:docMk/>
            <pc:sldMk cId="4255722576" sldId="273"/>
            <ac:spMk id="7" creationId="{2D03A0B2-4A2F-D846-A5E6-FB7CB9A031F7}"/>
          </ac:spMkLst>
        </pc:spChg>
        <pc:spChg chg="add">
          <ac:chgData name="SILA SOYDAM" userId="0e8b11421daa2e19" providerId="Windows Live" clId="Web-{316FA92C-57A0-430D-9A58-8FBCB71449A7}" dt="2022-04-24T18:37:12.260" v="402"/>
          <ac:spMkLst>
            <pc:docMk/>
            <pc:sldMk cId="4255722576" sldId="273"/>
            <ac:spMk id="9" creationId="{7F573F1D-73A7-FB41-BCAD-FC9AA7DEF4F5}"/>
          </ac:spMkLst>
        </pc:spChg>
        <pc:spChg chg="add">
          <ac:chgData name="SILA SOYDAM" userId="0e8b11421daa2e19" providerId="Windows Live" clId="Web-{316FA92C-57A0-430D-9A58-8FBCB71449A7}" dt="2022-04-24T18:37:12.260" v="402"/>
          <ac:spMkLst>
            <pc:docMk/>
            <pc:sldMk cId="4255722576" sldId="273"/>
            <ac:spMk id="11" creationId="{281148B8-58D0-4E9A-A32C-B3B181A3A850}"/>
          </ac:spMkLst>
        </pc:spChg>
        <pc:spChg chg="add">
          <ac:chgData name="SILA SOYDAM" userId="0e8b11421daa2e19" providerId="Windows Live" clId="Web-{316FA92C-57A0-430D-9A58-8FBCB71449A7}" dt="2022-04-24T18:37:12.260" v="402"/>
          <ac:spMkLst>
            <pc:docMk/>
            <pc:sldMk cId="4255722576" sldId="273"/>
            <ac:spMk id="13" creationId="{81EC1EF6-A5BF-44DB-A672-D024091B3C76}"/>
          </ac:spMkLst>
        </pc:spChg>
        <pc:spChg chg="add">
          <ac:chgData name="SILA SOYDAM" userId="0e8b11421daa2e19" providerId="Windows Live" clId="Web-{316FA92C-57A0-430D-9A58-8FBCB71449A7}" dt="2022-04-24T18:37:12.260" v="402"/>
          <ac:spMkLst>
            <pc:docMk/>
            <pc:sldMk cId="4255722576" sldId="273"/>
            <ac:spMk id="15" creationId="{45E02CBB-287D-4A17-B2F3-56AD2C058FF8}"/>
          </ac:spMkLst>
        </pc:spChg>
      </pc:sldChg>
      <pc:sldChg chg="addSp delSp modSp new mod modClrScheme chgLayout">
        <pc:chgData name="SILA SOYDAM" userId="0e8b11421daa2e19" providerId="Windows Live" clId="Web-{316FA92C-57A0-430D-9A58-8FBCB71449A7}" dt="2022-04-24T18:48:08.023" v="592" actId="20577"/>
        <pc:sldMkLst>
          <pc:docMk/>
          <pc:sldMk cId="2168314909" sldId="274"/>
        </pc:sldMkLst>
        <pc:spChg chg="del mod ord">
          <ac:chgData name="SILA SOYDAM" userId="0e8b11421daa2e19" providerId="Windows Live" clId="Web-{316FA92C-57A0-430D-9A58-8FBCB71449A7}" dt="2022-04-24T18:40:04.115" v="421"/>
          <ac:spMkLst>
            <pc:docMk/>
            <pc:sldMk cId="2168314909" sldId="274"/>
            <ac:spMk id="2" creationId="{C2F25CF0-C6F4-BD70-F10F-73276BB5A37B}"/>
          </ac:spMkLst>
        </pc:spChg>
        <pc:spChg chg="add mod ord">
          <ac:chgData name="SILA SOYDAM" userId="0e8b11421daa2e19" providerId="Windows Live" clId="Web-{316FA92C-57A0-430D-9A58-8FBCB71449A7}" dt="2022-04-24T18:48:08.023" v="592" actId="20577"/>
          <ac:spMkLst>
            <pc:docMk/>
            <pc:sldMk cId="2168314909" sldId="274"/>
            <ac:spMk id="3" creationId="{B8A7C8B0-5488-E914-F9E0-0EB553B0D6A8}"/>
          </ac:spMkLst>
        </pc:spChg>
      </pc:sldChg>
      <pc:sldChg chg="modSp new">
        <pc:chgData name="SILA SOYDAM" userId="0e8b11421daa2e19" providerId="Windows Live" clId="Web-{316FA92C-57A0-430D-9A58-8FBCB71449A7}" dt="2022-04-24T18:41:40.841" v="454" actId="20577"/>
        <pc:sldMkLst>
          <pc:docMk/>
          <pc:sldMk cId="2773970239" sldId="275"/>
        </pc:sldMkLst>
        <pc:spChg chg="mod">
          <ac:chgData name="SILA SOYDAM" userId="0e8b11421daa2e19" providerId="Windows Live" clId="Web-{316FA92C-57A0-430D-9A58-8FBCB71449A7}" dt="2022-04-24T18:40:52.697" v="444" actId="20577"/>
          <ac:spMkLst>
            <pc:docMk/>
            <pc:sldMk cId="2773970239" sldId="275"/>
            <ac:spMk id="2" creationId="{CFE3CCB5-6DF4-5FC7-2A10-A129749C1BE9}"/>
          </ac:spMkLst>
        </pc:spChg>
        <pc:spChg chg="mod">
          <ac:chgData name="SILA SOYDAM" userId="0e8b11421daa2e19" providerId="Windows Live" clId="Web-{316FA92C-57A0-430D-9A58-8FBCB71449A7}" dt="2022-04-24T18:41:40.841" v="454" actId="20577"/>
          <ac:spMkLst>
            <pc:docMk/>
            <pc:sldMk cId="2773970239" sldId="275"/>
            <ac:spMk id="3" creationId="{391094AE-F7DE-22A7-DA8B-3C2ED305A962}"/>
          </ac:spMkLst>
        </pc:spChg>
      </pc:sldChg>
      <pc:sldChg chg="delSp modSp new">
        <pc:chgData name="SILA SOYDAM" userId="0e8b11421daa2e19" providerId="Windows Live" clId="Web-{316FA92C-57A0-430D-9A58-8FBCB71449A7}" dt="2022-04-24T18:44:56.932" v="575" actId="20577"/>
        <pc:sldMkLst>
          <pc:docMk/>
          <pc:sldMk cId="2857693920" sldId="276"/>
        </pc:sldMkLst>
        <pc:spChg chg="del">
          <ac:chgData name="SILA SOYDAM" userId="0e8b11421daa2e19" providerId="Windows Live" clId="Web-{316FA92C-57A0-430D-9A58-8FBCB71449A7}" dt="2022-04-24T18:41:49.904" v="456"/>
          <ac:spMkLst>
            <pc:docMk/>
            <pc:sldMk cId="2857693920" sldId="276"/>
            <ac:spMk id="2" creationId="{8723DBC3-79BC-24D0-A2FE-44F3A6D49EC5}"/>
          </ac:spMkLst>
        </pc:spChg>
        <pc:spChg chg="mod">
          <ac:chgData name="SILA SOYDAM" userId="0e8b11421daa2e19" providerId="Windows Live" clId="Web-{316FA92C-57A0-430D-9A58-8FBCB71449A7}" dt="2022-04-24T18:44:56.932" v="575" actId="20577"/>
          <ac:spMkLst>
            <pc:docMk/>
            <pc:sldMk cId="2857693920" sldId="276"/>
            <ac:spMk id="3" creationId="{D833C765-4BE4-BD33-DF90-CD8C0A05FF34}"/>
          </ac:spMkLst>
        </pc:spChg>
      </pc:sldChg>
      <pc:sldMasterChg chg="del delSldLayout">
        <pc:chgData name="SILA SOYDAM" userId="0e8b11421daa2e19" providerId="Windows Live" clId="Web-{316FA92C-57A0-430D-9A58-8FBCB71449A7}" dt="2022-04-24T18:07:15.873" v="25"/>
        <pc:sldMasterMkLst>
          <pc:docMk/>
          <pc:sldMasterMk cId="3712468873" sldId="2147483648"/>
        </pc:sldMasterMkLst>
        <pc:sldLayoutChg chg="del">
          <pc:chgData name="SILA SOYDAM" userId="0e8b11421daa2e19" providerId="Windows Live" clId="Web-{316FA92C-57A0-430D-9A58-8FBCB71449A7}" dt="2022-04-24T18:07:15.873" v="25"/>
          <pc:sldLayoutMkLst>
            <pc:docMk/>
            <pc:sldMasterMk cId="3712468873" sldId="2147483648"/>
            <pc:sldLayoutMk cId="3440994769" sldId="2147483649"/>
          </pc:sldLayoutMkLst>
        </pc:sldLayoutChg>
        <pc:sldLayoutChg chg="del">
          <pc:chgData name="SILA SOYDAM" userId="0e8b11421daa2e19" providerId="Windows Live" clId="Web-{316FA92C-57A0-430D-9A58-8FBCB71449A7}" dt="2022-04-24T18:07:15.873" v="25"/>
          <pc:sldLayoutMkLst>
            <pc:docMk/>
            <pc:sldMasterMk cId="3712468873" sldId="2147483648"/>
            <pc:sldLayoutMk cId="3944319586" sldId="2147483650"/>
          </pc:sldLayoutMkLst>
        </pc:sldLayoutChg>
        <pc:sldLayoutChg chg="del">
          <pc:chgData name="SILA SOYDAM" userId="0e8b11421daa2e19" providerId="Windows Live" clId="Web-{316FA92C-57A0-430D-9A58-8FBCB71449A7}" dt="2022-04-24T18:07:15.873" v="25"/>
          <pc:sldLayoutMkLst>
            <pc:docMk/>
            <pc:sldMasterMk cId="3712468873" sldId="2147483648"/>
            <pc:sldLayoutMk cId="1196833356" sldId="2147483651"/>
          </pc:sldLayoutMkLst>
        </pc:sldLayoutChg>
        <pc:sldLayoutChg chg="del">
          <pc:chgData name="SILA SOYDAM" userId="0e8b11421daa2e19" providerId="Windows Live" clId="Web-{316FA92C-57A0-430D-9A58-8FBCB71449A7}" dt="2022-04-24T18:07:15.873" v="25"/>
          <pc:sldLayoutMkLst>
            <pc:docMk/>
            <pc:sldMasterMk cId="3712468873" sldId="2147483648"/>
            <pc:sldLayoutMk cId="3652797130" sldId="2147483652"/>
          </pc:sldLayoutMkLst>
        </pc:sldLayoutChg>
        <pc:sldLayoutChg chg="del">
          <pc:chgData name="SILA SOYDAM" userId="0e8b11421daa2e19" providerId="Windows Live" clId="Web-{316FA92C-57A0-430D-9A58-8FBCB71449A7}" dt="2022-04-24T18:07:15.873" v="25"/>
          <pc:sldLayoutMkLst>
            <pc:docMk/>
            <pc:sldMasterMk cId="3712468873" sldId="2147483648"/>
            <pc:sldLayoutMk cId="846744319" sldId="2147483653"/>
          </pc:sldLayoutMkLst>
        </pc:sldLayoutChg>
        <pc:sldLayoutChg chg="del">
          <pc:chgData name="SILA SOYDAM" userId="0e8b11421daa2e19" providerId="Windows Live" clId="Web-{316FA92C-57A0-430D-9A58-8FBCB71449A7}" dt="2022-04-24T18:07:15.873" v="25"/>
          <pc:sldLayoutMkLst>
            <pc:docMk/>
            <pc:sldMasterMk cId="3712468873" sldId="2147483648"/>
            <pc:sldLayoutMk cId="2861482750" sldId="2147483654"/>
          </pc:sldLayoutMkLst>
        </pc:sldLayoutChg>
        <pc:sldLayoutChg chg="del">
          <pc:chgData name="SILA SOYDAM" userId="0e8b11421daa2e19" providerId="Windows Live" clId="Web-{316FA92C-57A0-430D-9A58-8FBCB71449A7}" dt="2022-04-24T18:07:15.873" v="25"/>
          <pc:sldLayoutMkLst>
            <pc:docMk/>
            <pc:sldMasterMk cId="3712468873" sldId="2147483648"/>
            <pc:sldLayoutMk cId="4199817435" sldId="2147483655"/>
          </pc:sldLayoutMkLst>
        </pc:sldLayoutChg>
        <pc:sldLayoutChg chg="del">
          <pc:chgData name="SILA SOYDAM" userId="0e8b11421daa2e19" providerId="Windows Live" clId="Web-{316FA92C-57A0-430D-9A58-8FBCB71449A7}" dt="2022-04-24T18:07:15.873" v="25"/>
          <pc:sldLayoutMkLst>
            <pc:docMk/>
            <pc:sldMasterMk cId="3712468873" sldId="2147483648"/>
            <pc:sldLayoutMk cId="2700913065" sldId="2147483656"/>
          </pc:sldLayoutMkLst>
        </pc:sldLayoutChg>
        <pc:sldLayoutChg chg="del">
          <pc:chgData name="SILA SOYDAM" userId="0e8b11421daa2e19" providerId="Windows Live" clId="Web-{316FA92C-57A0-430D-9A58-8FBCB71449A7}" dt="2022-04-24T18:07:15.873" v="25"/>
          <pc:sldLayoutMkLst>
            <pc:docMk/>
            <pc:sldMasterMk cId="3712468873" sldId="2147483648"/>
            <pc:sldLayoutMk cId="818175020" sldId="2147483657"/>
          </pc:sldLayoutMkLst>
        </pc:sldLayoutChg>
        <pc:sldLayoutChg chg="del">
          <pc:chgData name="SILA SOYDAM" userId="0e8b11421daa2e19" providerId="Windows Live" clId="Web-{316FA92C-57A0-430D-9A58-8FBCB71449A7}" dt="2022-04-24T18:07:15.873" v="25"/>
          <pc:sldLayoutMkLst>
            <pc:docMk/>
            <pc:sldMasterMk cId="3712468873" sldId="2147483648"/>
            <pc:sldLayoutMk cId="847874827" sldId="2147483658"/>
          </pc:sldLayoutMkLst>
        </pc:sldLayoutChg>
        <pc:sldLayoutChg chg="del">
          <pc:chgData name="SILA SOYDAM" userId="0e8b11421daa2e19" providerId="Windows Live" clId="Web-{316FA92C-57A0-430D-9A58-8FBCB71449A7}" dt="2022-04-24T18:07:15.873" v="25"/>
          <pc:sldLayoutMkLst>
            <pc:docMk/>
            <pc:sldMasterMk cId="3712468873" sldId="2147483648"/>
            <pc:sldLayoutMk cId="804856651" sldId="2147483659"/>
          </pc:sldLayoutMkLst>
        </pc:sldLayoutChg>
      </pc:sldMasterChg>
      <pc:sldMasterChg chg="add addSldLayout">
        <pc:chgData name="SILA SOYDAM" userId="0e8b11421daa2e19" providerId="Windows Live" clId="Web-{316FA92C-57A0-430D-9A58-8FBCB71449A7}" dt="2022-04-24T18:07:15.873" v="25"/>
        <pc:sldMasterMkLst>
          <pc:docMk/>
          <pc:sldMasterMk cId="2206325908" sldId="2147483699"/>
        </pc:sldMasterMkLst>
        <pc:sldLayoutChg chg="add">
          <pc:chgData name="SILA SOYDAM" userId="0e8b11421daa2e19" providerId="Windows Live" clId="Web-{316FA92C-57A0-430D-9A58-8FBCB71449A7}" dt="2022-04-24T18:07:15.873" v="25"/>
          <pc:sldLayoutMkLst>
            <pc:docMk/>
            <pc:sldMasterMk cId="2206325908" sldId="2147483699"/>
            <pc:sldLayoutMk cId="3697458728" sldId="2147483688"/>
          </pc:sldLayoutMkLst>
        </pc:sldLayoutChg>
        <pc:sldLayoutChg chg="add">
          <pc:chgData name="SILA SOYDAM" userId="0e8b11421daa2e19" providerId="Windows Live" clId="Web-{316FA92C-57A0-430D-9A58-8FBCB71449A7}" dt="2022-04-24T18:07:15.873" v="25"/>
          <pc:sldLayoutMkLst>
            <pc:docMk/>
            <pc:sldMasterMk cId="2206325908" sldId="2147483699"/>
            <pc:sldLayoutMk cId="1334856727" sldId="2147483689"/>
          </pc:sldLayoutMkLst>
        </pc:sldLayoutChg>
        <pc:sldLayoutChg chg="add">
          <pc:chgData name="SILA SOYDAM" userId="0e8b11421daa2e19" providerId="Windows Live" clId="Web-{316FA92C-57A0-430D-9A58-8FBCB71449A7}" dt="2022-04-24T18:07:15.873" v="25"/>
          <pc:sldLayoutMkLst>
            <pc:docMk/>
            <pc:sldMasterMk cId="2206325908" sldId="2147483699"/>
            <pc:sldLayoutMk cId="1445438032" sldId="2147483690"/>
          </pc:sldLayoutMkLst>
        </pc:sldLayoutChg>
        <pc:sldLayoutChg chg="add">
          <pc:chgData name="SILA SOYDAM" userId="0e8b11421daa2e19" providerId="Windows Live" clId="Web-{316FA92C-57A0-430D-9A58-8FBCB71449A7}" dt="2022-04-24T18:07:15.873" v="25"/>
          <pc:sldLayoutMkLst>
            <pc:docMk/>
            <pc:sldMasterMk cId="2206325908" sldId="2147483699"/>
            <pc:sldLayoutMk cId="2571465484" sldId="2147483691"/>
          </pc:sldLayoutMkLst>
        </pc:sldLayoutChg>
        <pc:sldLayoutChg chg="add">
          <pc:chgData name="SILA SOYDAM" userId="0e8b11421daa2e19" providerId="Windows Live" clId="Web-{316FA92C-57A0-430D-9A58-8FBCB71449A7}" dt="2022-04-24T18:07:15.873" v="25"/>
          <pc:sldLayoutMkLst>
            <pc:docMk/>
            <pc:sldMasterMk cId="2206325908" sldId="2147483699"/>
            <pc:sldLayoutMk cId="2221669023" sldId="2147483692"/>
          </pc:sldLayoutMkLst>
        </pc:sldLayoutChg>
        <pc:sldLayoutChg chg="add">
          <pc:chgData name="SILA SOYDAM" userId="0e8b11421daa2e19" providerId="Windows Live" clId="Web-{316FA92C-57A0-430D-9A58-8FBCB71449A7}" dt="2022-04-24T18:07:15.873" v="25"/>
          <pc:sldLayoutMkLst>
            <pc:docMk/>
            <pc:sldMasterMk cId="2206325908" sldId="2147483699"/>
            <pc:sldLayoutMk cId="3089223264" sldId="2147483693"/>
          </pc:sldLayoutMkLst>
        </pc:sldLayoutChg>
        <pc:sldLayoutChg chg="add">
          <pc:chgData name="SILA SOYDAM" userId="0e8b11421daa2e19" providerId="Windows Live" clId="Web-{316FA92C-57A0-430D-9A58-8FBCB71449A7}" dt="2022-04-24T18:07:15.873" v="25"/>
          <pc:sldLayoutMkLst>
            <pc:docMk/>
            <pc:sldMasterMk cId="2206325908" sldId="2147483699"/>
            <pc:sldLayoutMk cId="2812560373" sldId="2147483694"/>
          </pc:sldLayoutMkLst>
        </pc:sldLayoutChg>
        <pc:sldLayoutChg chg="add">
          <pc:chgData name="SILA SOYDAM" userId="0e8b11421daa2e19" providerId="Windows Live" clId="Web-{316FA92C-57A0-430D-9A58-8FBCB71449A7}" dt="2022-04-24T18:07:15.873" v="25"/>
          <pc:sldLayoutMkLst>
            <pc:docMk/>
            <pc:sldMasterMk cId="2206325908" sldId="2147483699"/>
            <pc:sldLayoutMk cId="4067843088" sldId="2147483695"/>
          </pc:sldLayoutMkLst>
        </pc:sldLayoutChg>
        <pc:sldLayoutChg chg="add">
          <pc:chgData name="SILA SOYDAM" userId="0e8b11421daa2e19" providerId="Windows Live" clId="Web-{316FA92C-57A0-430D-9A58-8FBCB71449A7}" dt="2022-04-24T18:07:15.873" v="25"/>
          <pc:sldLayoutMkLst>
            <pc:docMk/>
            <pc:sldMasterMk cId="2206325908" sldId="2147483699"/>
            <pc:sldLayoutMk cId="2262314003" sldId="2147483696"/>
          </pc:sldLayoutMkLst>
        </pc:sldLayoutChg>
        <pc:sldLayoutChg chg="add">
          <pc:chgData name="SILA SOYDAM" userId="0e8b11421daa2e19" providerId="Windows Live" clId="Web-{316FA92C-57A0-430D-9A58-8FBCB71449A7}" dt="2022-04-24T18:07:15.873" v="25"/>
          <pc:sldLayoutMkLst>
            <pc:docMk/>
            <pc:sldMasterMk cId="2206325908" sldId="2147483699"/>
            <pc:sldLayoutMk cId="1039769494" sldId="2147483697"/>
          </pc:sldLayoutMkLst>
        </pc:sldLayoutChg>
        <pc:sldLayoutChg chg="add">
          <pc:chgData name="SILA SOYDAM" userId="0e8b11421daa2e19" providerId="Windows Live" clId="Web-{316FA92C-57A0-430D-9A58-8FBCB71449A7}" dt="2022-04-24T18:07:15.873" v="25"/>
          <pc:sldLayoutMkLst>
            <pc:docMk/>
            <pc:sldMasterMk cId="2206325908" sldId="2147483699"/>
            <pc:sldLayoutMk cId="781125934" sldId="214748369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4/24/2022</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a:t>
            </a:fld>
            <a:endParaRPr lang="en-US"/>
          </a:p>
        </p:txBody>
      </p:sp>
    </p:spTree>
    <p:extLst>
      <p:ext uri="{BB962C8B-B14F-4D97-AF65-F5344CB8AC3E}">
        <p14:creationId xmlns:p14="http://schemas.microsoft.com/office/powerpoint/2010/main" val="2812560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7843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26231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976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112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1669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7458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4856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5438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1465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4/24/2022</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9223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4/24/2022</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a:t>
            </a:fld>
            <a:endParaRPr lang="en-US"/>
          </a:p>
        </p:txBody>
      </p:sp>
    </p:spTree>
    <p:extLst>
      <p:ext uri="{BB962C8B-B14F-4D97-AF65-F5344CB8AC3E}">
        <p14:creationId xmlns:p14="http://schemas.microsoft.com/office/powerpoint/2010/main" val="2206325908"/>
      </p:ext>
    </p:extLst>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B8ECA89-3FD7-4BB2-A39F-923046763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p:cNvSpPr>
            <a:spLocks noGrp="1"/>
          </p:cNvSpPr>
          <p:nvPr>
            <p:ph type="ctrTitle"/>
          </p:nvPr>
        </p:nvSpPr>
        <p:spPr>
          <a:xfrm>
            <a:off x="3221150" y="1247140"/>
            <a:ext cx="7891760" cy="3450844"/>
          </a:xfrm>
        </p:spPr>
        <p:txBody>
          <a:bodyPr>
            <a:normAutofit/>
          </a:bodyPr>
          <a:lstStyle/>
          <a:p>
            <a:r>
              <a:rPr lang="tr-TR" dirty="0">
                <a:cs typeface="Calibri Light"/>
              </a:rPr>
              <a:t>Dini Yorum Farklılıklarının Sebepleri</a:t>
            </a:r>
            <a:endParaRPr lang="tr-TR" dirty="0"/>
          </a:p>
        </p:txBody>
      </p:sp>
      <p:sp>
        <p:nvSpPr>
          <p:cNvPr id="9" name="Rectangle 8">
            <a:extLst>
              <a:ext uri="{FF2B5EF4-FFF2-40B4-BE49-F238E27FC236}">
                <a16:creationId xmlns:a16="http://schemas.microsoft.com/office/drawing/2014/main" id="{54F2D2D6-8669-4EA9-A05C-2A810ECFC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Rectangle 10">
            <a:extLst>
              <a:ext uri="{FF2B5EF4-FFF2-40B4-BE49-F238E27FC236}">
                <a16:creationId xmlns:a16="http://schemas.microsoft.com/office/drawing/2014/main" id="{F151AF58-5E9F-478C-896B-D261D731B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16744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A1E9FB2-2AD9-1CB4-644E-5F4DCD4DF6A6}"/>
              </a:ext>
            </a:extLst>
          </p:cNvPr>
          <p:cNvSpPr>
            <a:spLocks noGrp="1"/>
          </p:cNvSpPr>
          <p:nvPr>
            <p:ph type="title"/>
          </p:nvPr>
        </p:nvSpPr>
        <p:spPr>
          <a:xfrm>
            <a:off x="5563792" y="455362"/>
            <a:ext cx="5510607" cy="1550419"/>
          </a:xfrm>
        </p:spPr>
        <p:txBody>
          <a:bodyPr>
            <a:normAutofit/>
          </a:bodyPr>
          <a:lstStyle/>
          <a:p>
            <a:r>
              <a:rPr lang="tr-TR" dirty="0"/>
              <a:t>Din Nedir?</a:t>
            </a:r>
          </a:p>
        </p:txBody>
      </p:sp>
      <p:sp>
        <p:nvSpPr>
          <p:cNvPr id="3" name="İçerik Yer Tutucusu 2">
            <a:extLst>
              <a:ext uri="{FF2B5EF4-FFF2-40B4-BE49-F238E27FC236}">
                <a16:creationId xmlns:a16="http://schemas.microsoft.com/office/drawing/2014/main" id="{8430551A-702C-C7A5-FD78-DFF937AD369E}"/>
              </a:ext>
            </a:extLst>
          </p:cNvPr>
          <p:cNvSpPr>
            <a:spLocks noGrp="1"/>
          </p:cNvSpPr>
          <p:nvPr>
            <p:ph idx="1"/>
          </p:nvPr>
        </p:nvSpPr>
        <p:spPr>
          <a:xfrm>
            <a:off x="5563792" y="2160016"/>
            <a:ext cx="5510607" cy="3926152"/>
          </a:xfrm>
        </p:spPr>
        <p:txBody>
          <a:bodyPr vert="horz" lIns="91440" tIns="45720" rIns="91440" bIns="45720" rtlCol="0">
            <a:normAutofit/>
          </a:bodyPr>
          <a:lstStyle/>
          <a:p>
            <a:r>
              <a:rPr lang="tr-TR" dirty="0"/>
              <a:t>Allah tarafından vahiy yoluyla gönderilen, insanları kendi özgür iradeleriyle iyiye ve doğruya yöneltmeyi amaçlayan ilahi kurallar bütünüdür.</a:t>
            </a:r>
          </a:p>
        </p:txBody>
      </p:sp>
    </p:spTree>
    <p:extLst>
      <p:ext uri="{BB962C8B-B14F-4D97-AF65-F5344CB8AC3E}">
        <p14:creationId xmlns:p14="http://schemas.microsoft.com/office/powerpoint/2010/main" val="1351283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2" name="Rectangle 11">
            <a:extLst>
              <a:ext uri="{FF2B5EF4-FFF2-40B4-BE49-F238E27FC236}">
                <a16:creationId xmlns:a16="http://schemas.microsoft.com/office/drawing/2014/main" id="{281148B8-58D0-4E9A-A32C-B3B181A3A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EC1EF6-A5BF-44DB-A672-D024091B3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85407" y="1375495"/>
            <a:ext cx="5106593"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6" name="Rectangle 15">
            <a:extLst>
              <a:ext uri="{FF2B5EF4-FFF2-40B4-BE49-F238E27FC236}">
                <a16:creationId xmlns:a16="http://schemas.microsoft.com/office/drawing/2014/main" id="{45E02CBB-287D-4A17-B2F3-56AD2C058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9232" y="1"/>
            <a:ext cx="3742769"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1CA883E-123E-2905-C307-942DABD22826}"/>
              </a:ext>
            </a:extLst>
          </p:cNvPr>
          <p:cNvSpPr>
            <a:spLocks noGrp="1"/>
          </p:cNvSpPr>
          <p:nvPr>
            <p:ph type="title"/>
          </p:nvPr>
        </p:nvSpPr>
        <p:spPr>
          <a:xfrm>
            <a:off x="1079090" y="1247140"/>
            <a:ext cx="5456242" cy="3450844"/>
          </a:xfrm>
        </p:spPr>
        <p:txBody>
          <a:bodyPr vert="horz" lIns="91440" tIns="45720" rIns="91440" bIns="45720" rtlCol="0" anchor="t">
            <a:normAutofit/>
          </a:bodyPr>
          <a:lstStyle/>
          <a:p>
            <a:r>
              <a:rPr lang="en-US" sz="6000"/>
              <a:t>Dinin Amacı Nedir?</a:t>
            </a:r>
          </a:p>
        </p:txBody>
      </p:sp>
      <p:sp>
        <p:nvSpPr>
          <p:cNvPr id="3" name="İçerik Yer Tutucusu 2">
            <a:extLst>
              <a:ext uri="{FF2B5EF4-FFF2-40B4-BE49-F238E27FC236}">
                <a16:creationId xmlns:a16="http://schemas.microsoft.com/office/drawing/2014/main" id="{EA6C772B-08C1-445F-12BE-F9661FE05E70}"/>
              </a:ext>
            </a:extLst>
          </p:cNvPr>
          <p:cNvSpPr>
            <a:spLocks noGrp="1"/>
          </p:cNvSpPr>
          <p:nvPr>
            <p:ph idx="1"/>
          </p:nvPr>
        </p:nvSpPr>
        <p:spPr>
          <a:xfrm>
            <a:off x="964071" y="3768579"/>
            <a:ext cx="5456242" cy="1268984"/>
          </a:xfrm>
        </p:spPr>
        <p:txBody>
          <a:bodyPr vert="horz" lIns="91440" tIns="45720" rIns="91440" bIns="45720" rtlCol="0" anchor="b">
            <a:normAutofit/>
          </a:bodyPr>
          <a:lstStyle/>
          <a:p>
            <a:pPr marL="0" indent="0">
              <a:lnSpc>
                <a:spcPct val="100000"/>
              </a:lnSpc>
              <a:buNone/>
            </a:pPr>
            <a:r>
              <a:rPr lang="en-US" sz="2400"/>
              <a:t>İnsanları kötülüklerden sakındırmak suretiyle onlara dünya ve ahiret mutluluğu sağlamaktır.</a:t>
            </a:r>
          </a:p>
        </p:txBody>
      </p:sp>
    </p:spTree>
    <p:extLst>
      <p:ext uri="{BB962C8B-B14F-4D97-AF65-F5344CB8AC3E}">
        <p14:creationId xmlns:p14="http://schemas.microsoft.com/office/powerpoint/2010/main" val="995551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478F930-77AA-2767-5C26-B3B4AF8BA044}"/>
              </a:ext>
            </a:extLst>
          </p:cNvPr>
          <p:cNvSpPr>
            <a:spLocks noGrp="1"/>
          </p:cNvSpPr>
          <p:nvPr>
            <p:ph type="title"/>
          </p:nvPr>
        </p:nvSpPr>
        <p:spPr>
          <a:xfrm>
            <a:off x="5563792" y="455362"/>
            <a:ext cx="5510607" cy="1550419"/>
          </a:xfrm>
        </p:spPr>
        <p:txBody>
          <a:bodyPr>
            <a:normAutofit/>
          </a:bodyPr>
          <a:lstStyle/>
          <a:p>
            <a:r>
              <a:rPr lang="tr-TR" dirty="0"/>
              <a:t>Din Anlayışı Nedir?</a:t>
            </a:r>
          </a:p>
        </p:txBody>
      </p:sp>
      <p:sp>
        <p:nvSpPr>
          <p:cNvPr id="3" name="İçerik Yer Tutucusu 2">
            <a:extLst>
              <a:ext uri="{FF2B5EF4-FFF2-40B4-BE49-F238E27FC236}">
                <a16:creationId xmlns:a16="http://schemas.microsoft.com/office/drawing/2014/main" id="{00F0226A-9910-3405-3DE4-C24D2A09F1B1}"/>
              </a:ext>
            </a:extLst>
          </p:cNvPr>
          <p:cNvSpPr>
            <a:spLocks noGrp="1"/>
          </p:cNvSpPr>
          <p:nvPr>
            <p:ph idx="1"/>
          </p:nvPr>
        </p:nvSpPr>
        <p:spPr>
          <a:xfrm>
            <a:off x="5563792" y="2160016"/>
            <a:ext cx="5510607" cy="3926152"/>
          </a:xfrm>
        </p:spPr>
        <p:txBody>
          <a:bodyPr vert="horz" lIns="91440" tIns="45720" rIns="91440" bIns="45720" rtlCol="0" anchor="t">
            <a:normAutofit/>
          </a:bodyPr>
          <a:lstStyle/>
          <a:p>
            <a:r>
              <a:rPr lang="tr-TR" dirty="0">
                <a:ea typeface="+mn-lt"/>
                <a:cs typeface="+mn-lt"/>
              </a:rPr>
              <a:t>Yüce Allah, dini insanları kötülüklerden koruyup uzaklaştırmak ve iyiye yöneltmek için peygamberler vasıtası ile göndermiştir. </a:t>
            </a:r>
            <a:r>
              <a:rPr lang="tr-TR" b="1" dirty="0">
                <a:ea typeface="+mn-lt"/>
                <a:cs typeface="+mn-lt"/>
              </a:rPr>
              <a:t>Bunlar ilahi kurallardır ve değiştirilemezler</a:t>
            </a:r>
            <a:r>
              <a:rPr lang="tr-TR" dirty="0">
                <a:ea typeface="+mn-lt"/>
                <a:cs typeface="+mn-lt"/>
              </a:rPr>
              <a:t>. Din anlayışı ise dinin yorumlanma biçimidir ve bu yorumlar çeşitli unsurlardan dolayı farklılıklar oluşturmaktadır. </a:t>
            </a:r>
            <a:r>
              <a:rPr lang="tr-TR" b="1" dirty="0">
                <a:ea typeface="+mn-lt"/>
                <a:cs typeface="+mn-lt"/>
              </a:rPr>
              <a:t>Bu farklılıkların sebepleri şu şekilde sıralanmaktadır:</a:t>
            </a:r>
            <a:endParaRPr lang="tr-TR" dirty="0"/>
          </a:p>
        </p:txBody>
      </p:sp>
    </p:spTree>
    <p:extLst>
      <p:ext uri="{BB962C8B-B14F-4D97-AF65-F5344CB8AC3E}">
        <p14:creationId xmlns:p14="http://schemas.microsoft.com/office/powerpoint/2010/main" val="845789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494D8C6-4102-71E4-796E-33EFDB51FFD8}"/>
              </a:ext>
            </a:extLst>
          </p:cNvPr>
          <p:cNvSpPr>
            <a:spLocks noGrp="1"/>
          </p:cNvSpPr>
          <p:nvPr>
            <p:ph type="title"/>
          </p:nvPr>
        </p:nvSpPr>
        <p:spPr>
          <a:xfrm>
            <a:off x="5563792" y="455362"/>
            <a:ext cx="5510607" cy="1550419"/>
          </a:xfrm>
        </p:spPr>
        <p:txBody>
          <a:bodyPr>
            <a:normAutofit/>
          </a:bodyPr>
          <a:lstStyle/>
          <a:p>
            <a:r>
              <a:rPr lang="tr-TR" dirty="0"/>
              <a:t>1. İnsanın Yapısı</a:t>
            </a:r>
          </a:p>
        </p:txBody>
      </p:sp>
      <p:sp>
        <p:nvSpPr>
          <p:cNvPr id="3" name="İçerik Yer Tutucusu 2">
            <a:extLst>
              <a:ext uri="{FF2B5EF4-FFF2-40B4-BE49-F238E27FC236}">
                <a16:creationId xmlns:a16="http://schemas.microsoft.com/office/drawing/2014/main" id="{E2035102-12C5-6170-5237-4F385F5DEBC6}"/>
              </a:ext>
            </a:extLst>
          </p:cNvPr>
          <p:cNvSpPr>
            <a:spLocks noGrp="1"/>
          </p:cNvSpPr>
          <p:nvPr>
            <p:ph idx="1"/>
          </p:nvPr>
        </p:nvSpPr>
        <p:spPr>
          <a:xfrm>
            <a:off x="5808207" y="2188771"/>
            <a:ext cx="5510607" cy="3926152"/>
          </a:xfrm>
        </p:spPr>
        <p:txBody>
          <a:bodyPr vert="horz" lIns="91440" tIns="45720" rIns="91440" bIns="45720" rtlCol="0" anchor="t">
            <a:normAutofit/>
          </a:bodyPr>
          <a:lstStyle/>
          <a:p>
            <a:pPr marL="0" indent="0">
              <a:lnSpc>
                <a:spcPct val="100000"/>
              </a:lnSpc>
              <a:buNone/>
            </a:pPr>
            <a:r>
              <a:rPr lang="tr-TR" sz="2000" dirty="0">
                <a:ea typeface="+mn-lt"/>
                <a:cs typeface="+mn-lt"/>
              </a:rPr>
              <a:t> Her insan farklı yapı ve özelliklere sahip bulunmaktadır. Aynı filmi izleyen veya aynı kitabı okuyan iki kişinin bu konularda yaptığı yorumlar arasında çok büyük farklılıklar bulunmaktadır. Bu farklılıklar din alimleri arasında da bulunduğundan, insan yapısı din anlayışının yorumlanmasına en büyük etken olmaktadır. İslam alimleri, yaptıkları farklı yorumlar neticesinde, farklı sonuçlara ulaşmışlar, bu da günümüze kadar gelmiştir.</a:t>
            </a:r>
            <a:endParaRPr lang="tr-TR" sz="2000" dirty="0"/>
          </a:p>
          <a:p>
            <a:pPr>
              <a:lnSpc>
                <a:spcPct val="100000"/>
              </a:lnSpc>
            </a:pPr>
            <a:br>
              <a:rPr lang="en-US" sz="2000" dirty="0"/>
            </a:br>
            <a:endParaRPr lang="en-US" sz="2000"/>
          </a:p>
          <a:p>
            <a:pPr>
              <a:lnSpc>
                <a:spcPct val="100000"/>
              </a:lnSpc>
            </a:pPr>
            <a:endParaRPr lang="tr-TR" sz="2000"/>
          </a:p>
        </p:txBody>
      </p:sp>
    </p:spTree>
    <p:extLst>
      <p:ext uri="{BB962C8B-B14F-4D97-AF65-F5344CB8AC3E}">
        <p14:creationId xmlns:p14="http://schemas.microsoft.com/office/powerpoint/2010/main" val="2097367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85409"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2BE0767-76E0-43DD-BFA3-E5EB5BB8E816}"/>
              </a:ext>
            </a:extLst>
          </p:cNvPr>
          <p:cNvSpPr>
            <a:spLocks noGrp="1"/>
          </p:cNvSpPr>
          <p:nvPr>
            <p:ph type="title"/>
          </p:nvPr>
        </p:nvSpPr>
        <p:spPr>
          <a:xfrm>
            <a:off x="1117600" y="455362"/>
            <a:ext cx="5510607" cy="1550419"/>
          </a:xfrm>
        </p:spPr>
        <p:txBody>
          <a:bodyPr>
            <a:normAutofit/>
          </a:bodyPr>
          <a:lstStyle/>
          <a:p>
            <a:r>
              <a:rPr lang="tr-TR" dirty="0"/>
              <a:t>2. Yaşanılan Coğrafya</a:t>
            </a:r>
          </a:p>
        </p:txBody>
      </p:sp>
      <p:sp>
        <p:nvSpPr>
          <p:cNvPr id="3" name="İçerik Yer Tutucusu 2">
            <a:extLst>
              <a:ext uri="{FF2B5EF4-FFF2-40B4-BE49-F238E27FC236}">
                <a16:creationId xmlns:a16="http://schemas.microsoft.com/office/drawing/2014/main" id="{96C06234-AB2D-2BD8-CCC8-A64AE87C9981}"/>
              </a:ext>
            </a:extLst>
          </p:cNvPr>
          <p:cNvSpPr>
            <a:spLocks noGrp="1"/>
          </p:cNvSpPr>
          <p:nvPr>
            <p:ph idx="1"/>
          </p:nvPr>
        </p:nvSpPr>
        <p:spPr>
          <a:xfrm>
            <a:off x="1117600" y="2160016"/>
            <a:ext cx="5510607" cy="3926152"/>
          </a:xfrm>
        </p:spPr>
        <p:txBody>
          <a:bodyPr vert="horz" lIns="91440" tIns="45720" rIns="91440" bIns="45720" rtlCol="0" anchor="t">
            <a:normAutofit/>
          </a:bodyPr>
          <a:lstStyle/>
          <a:p>
            <a:r>
              <a:rPr lang="tr-TR" dirty="0">
                <a:ea typeface="+mn-lt"/>
                <a:cs typeface="+mn-lt"/>
              </a:rPr>
              <a:t>İslam alimleri yorumlarını yaparlarken, yaşamış oldukları coğrafyadan da oldukça etkilenmişlerdir</a:t>
            </a:r>
            <a:endParaRPr lang="tr-TR" dirty="0"/>
          </a:p>
        </p:txBody>
      </p:sp>
      <p:sp>
        <p:nvSpPr>
          <p:cNvPr id="12" name="Rectangle 11">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4113"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0580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5153"/>
            <a:ext cx="5106593"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3788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5FF82D8-0623-82C0-2719-22A5A6E72874}"/>
              </a:ext>
            </a:extLst>
          </p:cNvPr>
          <p:cNvSpPr>
            <a:spLocks noGrp="1"/>
          </p:cNvSpPr>
          <p:nvPr>
            <p:ph type="title"/>
          </p:nvPr>
        </p:nvSpPr>
        <p:spPr>
          <a:xfrm>
            <a:off x="5563792" y="455362"/>
            <a:ext cx="5510607" cy="1550419"/>
          </a:xfrm>
        </p:spPr>
        <p:txBody>
          <a:bodyPr>
            <a:normAutofit/>
          </a:bodyPr>
          <a:lstStyle/>
          <a:p>
            <a:r>
              <a:rPr lang="tr-TR" dirty="0"/>
              <a:t>3. Alınan Dini Eğitim</a:t>
            </a:r>
          </a:p>
        </p:txBody>
      </p:sp>
      <p:sp>
        <p:nvSpPr>
          <p:cNvPr id="3" name="İçerik Yer Tutucusu 2">
            <a:extLst>
              <a:ext uri="{FF2B5EF4-FFF2-40B4-BE49-F238E27FC236}">
                <a16:creationId xmlns:a16="http://schemas.microsoft.com/office/drawing/2014/main" id="{EEFFE28D-68C2-04F7-0A56-9A39DFD6D095}"/>
              </a:ext>
            </a:extLst>
          </p:cNvPr>
          <p:cNvSpPr>
            <a:spLocks noGrp="1"/>
          </p:cNvSpPr>
          <p:nvPr>
            <p:ph idx="1"/>
          </p:nvPr>
        </p:nvSpPr>
        <p:spPr>
          <a:xfrm>
            <a:off x="5563792" y="2160016"/>
            <a:ext cx="5510607" cy="3926152"/>
          </a:xfrm>
        </p:spPr>
        <p:txBody>
          <a:bodyPr vert="horz" lIns="91440" tIns="45720" rIns="91440" bIns="45720" rtlCol="0" anchor="t">
            <a:normAutofit/>
          </a:bodyPr>
          <a:lstStyle/>
          <a:p>
            <a:r>
              <a:rPr lang="tr-TR" dirty="0">
                <a:ea typeface="+mn-lt"/>
                <a:cs typeface="+mn-lt"/>
              </a:rPr>
              <a:t>İslam alimleri din anlayışları ile ilgili yorumlar yaparken, eğitim aldıkları alimlerin yorumlama biçimlerinin doğrultusunda yorumlar yapmakta , bu da yorum farklılığı oluşturmaktadır</a:t>
            </a:r>
            <a:endParaRPr lang="tr-TR" dirty="0"/>
          </a:p>
        </p:txBody>
      </p:sp>
    </p:spTree>
    <p:extLst>
      <p:ext uri="{BB962C8B-B14F-4D97-AF65-F5344CB8AC3E}">
        <p14:creationId xmlns:p14="http://schemas.microsoft.com/office/powerpoint/2010/main" val="3079636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B0E7D63-DB73-A27D-D0C2-DC3956353978}"/>
              </a:ext>
            </a:extLst>
          </p:cNvPr>
          <p:cNvSpPr>
            <a:spLocks noGrp="1"/>
          </p:cNvSpPr>
          <p:nvPr>
            <p:ph type="title"/>
          </p:nvPr>
        </p:nvSpPr>
        <p:spPr/>
        <p:txBody>
          <a:bodyPr/>
          <a:lstStyle/>
          <a:p>
            <a:r>
              <a:rPr lang="tr-TR" dirty="0"/>
              <a:t>4. Siyaset</a:t>
            </a:r>
            <a:br>
              <a:rPr lang="tr-TR" dirty="0"/>
            </a:br>
            <a:endParaRPr lang="tr-TR" dirty="0"/>
          </a:p>
        </p:txBody>
      </p:sp>
      <p:sp>
        <p:nvSpPr>
          <p:cNvPr id="3" name="İçerik Yer Tutucusu 2">
            <a:extLst>
              <a:ext uri="{FF2B5EF4-FFF2-40B4-BE49-F238E27FC236}">
                <a16:creationId xmlns:a16="http://schemas.microsoft.com/office/drawing/2014/main" id="{8829C593-DDDD-6C79-ECE8-5F7BFAD8EE10}"/>
              </a:ext>
            </a:extLst>
          </p:cNvPr>
          <p:cNvSpPr>
            <a:spLocks noGrp="1"/>
          </p:cNvSpPr>
          <p:nvPr>
            <p:ph idx="1"/>
          </p:nvPr>
        </p:nvSpPr>
        <p:spPr/>
        <p:txBody>
          <a:bodyPr vert="horz" lIns="91440" tIns="45720" rIns="91440" bIns="45720" rtlCol="0" anchor="t">
            <a:normAutofit/>
          </a:bodyPr>
          <a:lstStyle/>
          <a:p>
            <a:pPr marL="0" indent="0"/>
            <a:r>
              <a:rPr lang="tr-TR" dirty="0">
                <a:ea typeface="+mn-lt"/>
                <a:cs typeface="+mn-lt"/>
              </a:rPr>
              <a:t>İslam alimlerinden bazıları yaşadıkları ülkelerdeki siyaset doğrultusunda yorumlar yapmışlardır</a:t>
            </a:r>
            <a:endParaRPr lang="tr-TR" dirty="0"/>
          </a:p>
          <a:p>
            <a:br>
              <a:rPr lang="en-US" dirty="0"/>
            </a:br>
            <a:endParaRPr lang="en-US" dirty="0"/>
          </a:p>
        </p:txBody>
      </p:sp>
    </p:spTree>
    <p:extLst>
      <p:ext uri="{BB962C8B-B14F-4D97-AF65-F5344CB8AC3E}">
        <p14:creationId xmlns:p14="http://schemas.microsoft.com/office/powerpoint/2010/main" val="9258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FBF0111-2AF1-4FEE-A103-046CCC29B4D0}"/>
              </a:ext>
            </a:extLst>
          </p:cNvPr>
          <p:cNvSpPr>
            <a:spLocks noGrp="1"/>
          </p:cNvSpPr>
          <p:nvPr>
            <p:ph type="title"/>
          </p:nvPr>
        </p:nvSpPr>
        <p:spPr/>
        <p:txBody>
          <a:bodyPr/>
          <a:lstStyle/>
          <a:p>
            <a:r>
              <a:rPr lang="tr-TR" dirty="0"/>
              <a:t>5. Dil</a:t>
            </a:r>
          </a:p>
        </p:txBody>
      </p:sp>
      <p:sp>
        <p:nvSpPr>
          <p:cNvPr id="3" name="İçerik Yer Tutucusu 2">
            <a:extLst>
              <a:ext uri="{FF2B5EF4-FFF2-40B4-BE49-F238E27FC236}">
                <a16:creationId xmlns:a16="http://schemas.microsoft.com/office/drawing/2014/main" id="{644286DB-BF94-B1AA-1519-1DCE67C4915E}"/>
              </a:ext>
            </a:extLst>
          </p:cNvPr>
          <p:cNvSpPr>
            <a:spLocks noGrp="1"/>
          </p:cNvSpPr>
          <p:nvPr>
            <p:ph idx="1"/>
          </p:nvPr>
        </p:nvSpPr>
        <p:spPr/>
        <p:txBody>
          <a:bodyPr vert="horz" lIns="91440" tIns="45720" rIns="91440" bIns="45720" rtlCol="0" anchor="t">
            <a:normAutofit/>
          </a:bodyPr>
          <a:lstStyle/>
          <a:p>
            <a:r>
              <a:rPr lang="tr-TR" dirty="0">
                <a:ea typeface="+mn-lt"/>
                <a:cs typeface="+mn-lt"/>
              </a:rPr>
              <a:t>dil farklılıklarından dolayı da yorum farklılıkları bulunmaktadır</a:t>
            </a:r>
            <a:endParaRPr lang="tr-TR" dirty="0"/>
          </a:p>
        </p:txBody>
      </p:sp>
    </p:spTree>
    <p:extLst>
      <p:ext uri="{BB962C8B-B14F-4D97-AF65-F5344CB8AC3E}">
        <p14:creationId xmlns:p14="http://schemas.microsoft.com/office/powerpoint/2010/main" val="3782054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C5C76B8-C91D-008F-A356-5E8CE38740F1}"/>
              </a:ext>
            </a:extLst>
          </p:cNvPr>
          <p:cNvSpPr>
            <a:spLocks noGrp="1"/>
          </p:cNvSpPr>
          <p:nvPr>
            <p:ph type="title"/>
          </p:nvPr>
        </p:nvSpPr>
        <p:spPr/>
        <p:txBody>
          <a:bodyPr/>
          <a:lstStyle/>
          <a:p>
            <a:r>
              <a:rPr lang="tr-TR" dirty="0"/>
              <a:t>5. Millet</a:t>
            </a:r>
          </a:p>
        </p:txBody>
      </p:sp>
      <p:sp>
        <p:nvSpPr>
          <p:cNvPr id="3" name="İçerik Yer Tutucusu 2">
            <a:extLst>
              <a:ext uri="{FF2B5EF4-FFF2-40B4-BE49-F238E27FC236}">
                <a16:creationId xmlns:a16="http://schemas.microsoft.com/office/drawing/2014/main" id="{D6F9864B-6131-F88F-BBD8-15F197FFBB56}"/>
              </a:ext>
            </a:extLst>
          </p:cNvPr>
          <p:cNvSpPr>
            <a:spLocks noGrp="1"/>
          </p:cNvSpPr>
          <p:nvPr>
            <p:ph idx="1"/>
          </p:nvPr>
        </p:nvSpPr>
        <p:spPr/>
        <p:txBody>
          <a:bodyPr vert="horz" lIns="91440" tIns="45720" rIns="91440" bIns="45720" rtlCol="0" anchor="t">
            <a:normAutofit/>
          </a:bodyPr>
          <a:lstStyle/>
          <a:p>
            <a:r>
              <a:rPr lang="tr-TR" dirty="0">
                <a:ea typeface="+mn-lt"/>
                <a:cs typeface="+mn-lt"/>
              </a:rPr>
              <a:t>İslam alimleri değişik milletlerden çıkmaktadır</a:t>
            </a:r>
            <a:endParaRPr lang="tr-TR" dirty="0"/>
          </a:p>
        </p:txBody>
      </p:sp>
    </p:spTree>
    <p:extLst>
      <p:ext uri="{BB962C8B-B14F-4D97-AF65-F5344CB8AC3E}">
        <p14:creationId xmlns:p14="http://schemas.microsoft.com/office/powerpoint/2010/main" val="3126886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7C744F-B947-7CC3-5DCA-D57BD6C171BF}"/>
              </a:ext>
            </a:extLst>
          </p:cNvPr>
          <p:cNvSpPr>
            <a:spLocks noGrp="1"/>
          </p:cNvSpPr>
          <p:nvPr>
            <p:ph type="title"/>
          </p:nvPr>
        </p:nvSpPr>
        <p:spPr/>
        <p:txBody>
          <a:bodyPr/>
          <a:lstStyle/>
          <a:p>
            <a:r>
              <a:rPr lang="tr-TR" dirty="0"/>
              <a:t>7. Toplum Yapısı</a:t>
            </a:r>
          </a:p>
        </p:txBody>
      </p:sp>
      <p:sp>
        <p:nvSpPr>
          <p:cNvPr id="3" name="İçerik Yer Tutucusu 2">
            <a:extLst>
              <a:ext uri="{FF2B5EF4-FFF2-40B4-BE49-F238E27FC236}">
                <a16:creationId xmlns:a16="http://schemas.microsoft.com/office/drawing/2014/main" id="{8CAA7380-56FB-AF6C-89DC-AF4A8E594CA2}"/>
              </a:ext>
            </a:extLst>
          </p:cNvPr>
          <p:cNvSpPr>
            <a:spLocks noGrp="1"/>
          </p:cNvSpPr>
          <p:nvPr>
            <p:ph idx="1"/>
          </p:nvPr>
        </p:nvSpPr>
        <p:spPr/>
        <p:txBody>
          <a:bodyPr vert="horz" lIns="91440" tIns="45720" rIns="91440" bIns="45720" rtlCol="0" anchor="t">
            <a:normAutofit/>
          </a:bodyPr>
          <a:lstStyle/>
          <a:p>
            <a:r>
              <a:rPr lang="tr-TR" dirty="0">
                <a:ea typeface="+mn-lt"/>
                <a:cs typeface="+mn-lt"/>
              </a:rPr>
              <a:t>toplum yapısı özellikle geleneklere çok etkili olmakta, bu gelenekler de bazen yorumlar üzerinde etkili olabilmektedir</a:t>
            </a:r>
            <a:endParaRPr lang="tr-TR" dirty="0"/>
          </a:p>
        </p:txBody>
      </p:sp>
    </p:spTree>
    <p:extLst>
      <p:ext uri="{BB962C8B-B14F-4D97-AF65-F5344CB8AC3E}">
        <p14:creationId xmlns:p14="http://schemas.microsoft.com/office/powerpoint/2010/main" val="3600655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B7174DB-CE38-3E33-8517-CE4DBD417571}"/>
              </a:ext>
            </a:extLst>
          </p:cNvPr>
          <p:cNvSpPr>
            <a:spLocks noGrp="1"/>
          </p:cNvSpPr>
          <p:nvPr>
            <p:ph type="title"/>
          </p:nvPr>
        </p:nvSpPr>
        <p:spPr/>
        <p:txBody>
          <a:bodyPr/>
          <a:lstStyle/>
          <a:p>
            <a:r>
              <a:rPr lang="tr-TR" dirty="0"/>
              <a:t>8. Kültür</a:t>
            </a:r>
          </a:p>
        </p:txBody>
      </p:sp>
      <p:sp>
        <p:nvSpPr>
          <p:cNvPr id="3" name="İçerik Yer Tutucusu 2">
            <a:extLst>
              <a:ext uri="{FF2B5EF4-FFF2-40B4-BE49-F238E27FC236}">
                <a16:creationId xmlns:a16="http://schemas.microsoft.com/office/drawing/2014/main" id="{2ADBC3B4-BAE6-610A-2BDA-991BFD31E2DA}"/>
              </a:ext>
            </a:extLst>
          </p:cNvPr>
          <p:cNvSpPr>
            <a:spLocks noGrp="1"/>
          </p:cNvSpPr>
          <p:nvPr>
            <p:ph idx="1"/>
          </p:nvPr>
        </p:nvSpPr>
        <p:spPr/>
        <p:txBody>
          <a:bodyPr vert="horz" lIns="91440" tIns="45720" rIns="91440" bIns="45720" rtlCol="0" anchor="t">
            <a:normAutofit/>
          </a:bodyPr>
          <a:lstStyle/>
          <a:p>
            <a:r>
              <a:rPr lang="tr-TR" dirty="0">
                <a:ea typeface="+mn-lt"/>
                <a:cs typeface="+mn-lt"/>
              </a:rPr>
              <a:t>İslam alimlerinin yetiştiği toplumların kültürü yorumlar üzerinde etkili olabilmektedir.</a:t>
            </a:r>
            <a:endParaRPr lang="tr-TR" dirty="0"/>
          </a:p>
        </p:txBody>
      </p:sp>
    </p:spTree>
    <p:extLst>
      <p:ext uri="{BB962C8B-B14F-4D97-AF65-F5344CB8AC3E}">
        <p14:creationId xmlns:p14="http://schemas.microsoft.com/office/powerpoint/2010/main" val="293466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71EFFC9-C1BA-8EC8-2421-50A66CFD50B5}"/>
              </a:ext>
            </a:extLst>
          </p:cNvPr>
          <p:cNvSpPr>
            <a:spLocks noGrp="1"/>
          </p:cNvSpPr>
          <p:nvPr>
            <p:ph type="title"/>
          </p:nvPr>
        </p:nvSpPr>
        <p:spPr/>
        <p:txBody>
          <a:bodyPr/>
          <a:lstStyle/>
          <a:p>
            <a:r>
              <a:rPr lang="tr-TR" dirty="0"/>
              <a:t>9.Gelişmişlik Düzeyi</a:t>
            </a:r>
          </a:p>
        </p:txBody>
      </p:sp>
      <p:sp>
        <p:nvSpPr>
          <p:cNvPr id="3" name="İçerik Yer Tutucusu 2">
            <a:extLst>
              <a:ext uri="{FF2B5EF4-FFF2-40B4-BE49-F238E27FC236}">
                <a16:creationId xmlns:a16="http://schemas.microsoft.com/office/drawing/2014/main" id="{015EF51D-D7FA-C98A-53C9-588C88AE1484}"/>
              </a:ext>
            </a:extLst>
          </p:cNvPr>
          <p:cNvSpPr>
            <a:spLocks noGrp="1"/>
          </p:cNvSpPr>
          <p:nvPr>
            <p:ph idx="1"/>
          </p:nvPr>
        </p:nvSpPr>
        <p:spPr/>
        <p:txBody>
          <a:bodyPr vert="horz" lIns="91440" tIns="45720" rIns="91440" bIns="45720" rtlCol="0" anchor="t">
            <a:normAutofit/>
          </a:bodyPr>
          <a:lstStyle/>
          <a:p>
            <a:r>
              <a:rPr lang="tr-TR" dirty="0">
                <a:ea typeface="+mn-lt"/>
                <a:cs typeface="+mn-lt"/>
              </a:rPr>
              <a:t>Toplumların gelişmişlik düzeyleri, daha iyi anlayabilmeleri için yorumların da düzeylerini etkilemektedir.</a:t>
            </a:r>
            <a:endParaRPr lang="tr-TR" dirty="0"/>
          </a:p>
        </p:txBody>
      </p:sp>
    </p:spTree>
    <p:extLst>
      <p:ext uri="{BB962C8B-B14F-4D97-AF65-F5344CB8AC3E}">
        <p14:creationId xmlns:p14="http://schemas.microsoft.com/office/powerpoint/2010/main" val="4109678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F68589-A2BC-FD0A-A9B4-456512EC43FD}"/>
              </a:ext>
            </a:extLst>
          </p:cNvPr>
          <p:cNvSpPr>
            <a:spLocks noGrp="1"/>
          </p:cNvSpPr>
          <p:nvPr>
            <p:ph type="title"/>
          </p:nvPr>
        </p:nvSpPr>
        <p:spPr/>
        <p:txBody>
          <a:bodyPr/>
          <a:lstStyle/>
          <a:p>
            <a:r>
              <a:rPr lang="tr-TR" dirty="0"/>
              <a:t>10. Anlayış Biçimi</a:t>
            </a:r>
          </a:p>
        </p:txBody>
      </p:sp>
      <p:sp>
        <p:nvSpPr>
          <p:cNvPr id="3" name="İçerik Yer Tutucusu 2">
            <a:extLst>
              <a:ext uri="{FF2B5EF4-FFF2-40B4-BE49-F238E27FC236}">
                <a16:creationId xmlns:a16="http://schemas.microsoft.com/office/drawing/2014/main" id="{5610EA9F-F460-A15E-2155-9BB519A916BB}"/>
              </a:ext>
            </a:extLst>
          </p:cNvPr>
          <p:cNvSpPr>
            <a:spLocks noGrp="1"/>
          </p:cNvSpPr>
          <p:nvPr>
            <p:ph idx="1"/>
          </p:nvPr>
        </p:nvSpPr>
        <p:spPr/>
        <p:txBody>
          <a:bodyPr vert="horz" lIns="91440" tIns="45720" rIns="91440" bIns="45720" rtlCol="0" anchor="t">
            <a:normAutofit/>
          </a:bodyPr>
          <a:lstStyle/>
          <a:p>
            <a:r>
              <a:rPr lang="tr-TR" dirty="0">
                <a:ea typeface="+mn-lt"/>
                <a:cs typeface="+mn-lt"/>
              </a:rPr>
              <a:t> İslam alimlerinin anlayış biçimleri, yorum farklılıklarının en önemli sebebini oluşturmaktadır.</a:t>
            </a:r>
            <a:endParaRPr lang="tr-TR" dirty="0"/>
          </a:p>
        </p:txBody>
      </p:sp>
    </p:spTree>
    <p:extLst>
      <p:ext uri="{BB962C8B-B14F-4D97-AF65-F5344CB8AC3E}">
        <p14:creationId xmlns:p14="http://schemas.microsoft.com/office/powerpoint/2010/main" val="872158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45FAF9D-DD6C-12FC-3895-FA56F6CFA4DF}"/>
              </a:ext>
            </a:extLst>
          </p:cNvPr>
          <p:cNvSpPr>
            <a:spLocks noGrp="1"/>
          </p:cNvSpPr>
          <p:nvPr>
            <p:ph type="title"/>
          </p:nvPr>
        </p:nvSpPr>
        <p:spPr/>
        <p:txBody>
          <a:bodyPr/>
          <a:lstStyle/>
          <a:p>
            <a:r>
              <a:rPr lang="tr-TR" dirty="0"/>
              <a:t>Din ve Din Anlayışı Arasındaki Farklar:</a:t>
            </a:r>
          </a:p>
        </p:txBody>
      </p:sp>
      <p:sp>
        <p:nvSpPr>
          <p:cNvPr id="3" name="İçerik Yer Tutucusu 2">
            <a:extLst>
              <a:ext uri="{FF2B5EF4-FFF2-40B4-BE49-F238E27FC236}">
                <a16:creationId xmlns:a16="http://schemas.microsoft.com/office/drawing/2014/main" id="{6D781A43-45A2-E825-A2E6-8D160C859FAF}"/>
              </a:ext>
            </a:extLst>
          </p:cNvPr>
          <p:cNvSpPr>
            <a:spLocks noGrp="1"/>
          </p:cNvSpPr>
          <p:nvPr>
            <p:ph idx="1"/>
          </p:nvPr>
        </p:nvSpPr>
        <p:spPr>
          <a:xfrm>
            <a:off x="1587710" y="2160016"/>
            <a:ext cx="9486690" cy="4400604"/>
          </a:xfrm>
        </p:spPr>
        <p:txBody>
          <a:bodyPr vert="horz" lIns="91440" tIns="45720" rIns="91440" bIns="45720" rtlCol="0" anchor="t">
            <a:normAutofit/>
          </a:bodyPr>
          <a:lstStyle/>
          <a:p>
            <a:r>
              <a:rPr lang="tr-TR" dirty="0">
                <a:ea typeface="+mn-lt"/>
                <a:cs typeface="+mn-lt"/>
              </a:rPr>
              <a:t>1. Din, Allah tarafından vahiy ile gelmiştir ve tektir. Din anlayışı, din alimlerinin yorumlarından oluşmaktadır.</a:t>
            </a:r>
          </a:p>
          <a:p>
            <a:pPr marL="0" indent="0"/>
            <a:r>
              <a:rPr lang="tr-TR" dirty="0">
                <a:ea typeface="+mn-lt"/>
                <a:cs typeface="+mn-lt"/>
              </a:rPr>
              <a:t>2. Dine eleştiri yapılamaz ve değiştirilemez. Din anlayışı, birçok unsurdan etkilendiğinden değişiklik gösterebilmektedir.</a:t>
            </a:r>
            <a:endParaRPr lang="tr-TR" dirty="0"/>
          </a:p>
          <a:p>
            <a:r>
              <a:rPr lang="tr-TR" dirty="0">
                <a:ea typeface="+mn-lt"/>
                <a:cs typeface="+mn-lt"/>
              </a:rPr>
              <a:t>3. Din anlayışı bireyseldir, din ise tüm insanlığı kapsadığından evrensel bir özelliğe sahiptir.</a:t>
            </a:r>
            <a:endParaRPr lang="tr-TR" dirty="0"/>
          </a:p>
          <a:p>
            <a:r>
              <a:rPr lang="tr-TR" dirty="0">
                <a:ea typeface="+mn-lt"/>
                <a:cs typeface="+mn-lt"/>
              </a:rPr>
              <a:t>4. Dini benimseme konusunda manevi olarak zorunluluk bulunmaktadır, dini anlayışın benimsenmesinde ise böyle bir zorunluluk bulunmamaktadır</a:t>
            </a:r>
            <a:endParaRPr lang="tr-TR" dirty="0"/>
          </a:p>
          <a:p>
            <a:r>
              <a:rPr lang="tr-TR" dirty="0">
                <a:ea typeface="+mn-lt"/>
                <a:cs typeface="+mn-lt"/>
              </a:rPr>
              <a:t>5. Din anlayışı farklılıklarına rağmen dine ters düşemez</a:t>
            </a:r>
            <a:endParaRPr lang="tr-TR" dirty="0"/>
          </a:p>
          <a:p>
            <a:endParaRPr lang="tr-TR" dirty="0"/>
          </a:p>
        </p:txBody>
      </p:sp>
    </p:spTree>
    <p:extLst>
      <p:ext uri="{BB962C8B-B14F-4D97-AF65-F5344CB8AC3E}">
        <p14:creationId xmlns:p14="http://schemas.microsoft.com/office/powerpoint/2010/main" val="3101401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5BCCEE-59E1-5673-BF52-25FF87661C8B}"/>
              </a:ext>
            </a:extLst>
          </p:cNvPr>
          <p:cNvSpPr>
            <a:spLocks noGrp="1"/>
          </p:cNvSpPr>
          <p:nvPr>
            <p:ph type="title"/>
          </p:nvPr>
        </p:nvSpPr>
        <p:spPr>
          <a:xfrm>
            <a:off x="1587710" y="455362"/>
            <a:ext cx="9745482" cy="1550419"/>
          </a:xfrm>
        </p:spPr>
        <p:txBody>
          <a:bodyPr/>
          <a:lstStyle/>
          <a:p>
            <a:r>
              <a:rPr lang="tr-TR" dirty="0">
                <a:ea typeface="+mj-lt"/>
                <a:cs typeface="+mj-lt"/>
              </a:rPr>
              <a:t>Din Anlayışı Yorum Farklılıklarından Meydana Gelen Oluşumlar</a:t>
            </a:r>
            <a:endParaRPr lang="tr-TR" dirty="0"/>
          </a:p>
        </p:txBody>
      </p:sp>
      <p:sp>
        <p:nvSpPr>
          <p:cNvPr id="3" name="İçerik Yer Tutucusu 2">
            <a:extLst>
              <a:ext uri="{FF2B5EF4-FFF2-40B4-BE49-F238E27FC236}">
                <a16:creationId xmlns:a16="http://schemas.microsoft.com/office/drawing/2014/main" id="{A739AFD0-5DCB-C2AF-6025-3EBDD97C0AA5}"/>
              </a:ext>
            </a:extLst>
          </p:cNvPr>
          <p:cNvSpPr>
            <a:spLocks noGrp="1"/>
          </p:cNvSpPr>
          <p:nvPr>
            <p:ph idx="1"/>
          </p:nvPr>
        </p:nvSpPr>
        <p:spPr/>
        <p:txBody>
          <a:bodyPr vert="horz" lIns="91440" tIns="45720" rIns="91440" bIns="45720" rtlCol="0" anchor="t">
            <a:normAutofit/>
          </a:bodyPr>
          <a:lstStyle/>
          <a:p>
            <a:pPr marL="0" indent="0">
              <a:buNone/>
            </a:pPr>
            <a:r>
              <a:rPr lang="tr-TR" dirty="0">
                <a:ea typeface="+mn-lt"/>
                <a:cs typeface="+mn-lt"/>
              </a:rPr>
              <a:t>Din anlayışı ile ilgili yapılan farklı yorumlar sonucunda inançla ilgili, fıkhi ve tasavvufi oluşumlar ortaya çıkmıştır. Bunlardan inançla ilgili oluşumlar:</a:t>
            </a:r>
            <a:endParaRPr lang="tr-TR" dirty="0"/>
          </a:p>
          <a:p>
            <a:r>
              <a:rPr lang="tr-TR" dirty="0" err="1">
                <a:ea typeface="+mn-lt"/>
                <a:cs typeface="+mn-lt"/>
              </a:rPr>
              <a:t>Maturudilik</a:t>
            </a:r>
            <a:endParaRPr lang="tr-TR" dirty="0" err="1"/>
          </a:p>
          <a:p>
            <a:r>
              <a:rPr lang="tr-TR" dirty="0" err="1">
                <a:ea typeface="+mn-lt"/>
                <a:cs typeface="+mn-lt"/>
              </a:rPr>
              <a:t>Aş'arilik</a:t>
            </a:r>
            <a:endParaRPr lang="tr-TR" dirty="0" err="1"/>
          </a:p>
          <a:p>
            <a:r>
              <a:rPr lang="tr-TR" dirty="0" err="1">
                <a:ea typeface="+mn-lt"/>
                <a:cs typeface="+mn-lt"/>
              </a:rPr>
              <a:t>Mu'tezile</a:t>
            </a:r>
            <a:endParaRPr lang="tr-TR" dirty="0" err="1"/>
          </a:p>
          <a:p>
            <a:endParaRPr lang="tr-TR" dirty="0"/>
          </a:p>
        </p:txBody>
      </p:sp>
    </p:spTree>
    <p:extLst>
      <p:ext uri="{BB962C8B-B14F-4D97-AF65-F5344CB8AC3E}">
        <p14:creationId xmlns:p14="http://schemas.microsoft.com/office/powerpoint/2010/main" val="125220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2" name="Rectangle 11">
            <a:extLst>
              <a:ext uri="{FF2B5EF4-FFF2-40B4-BE49-F238E27FC236}">
                <a16:creationId xmlns:a16="http://schemas.microsoft.com/office/drawing/2014/main" id="{0247FD0E-C93A-490E-9994-C79DC8977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D77B2DF-AF44-4996-BBFD-5DF9162BE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58144"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F6BECB9-A7FC-400F-8502-97A13BB87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85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6F35C6A1-A069-3730-D2CD-D883A07666EF}"/>
              </a:ext>
            </a:extLst>
          </p:cNvPr>
          <p:cNvSpPr>
            <a:spLocks noGrp="1"/>
          </p:cNvSpPr>
          <p:nvPr>
            <p:ph idx="4294967295"/>
          </p:nvPr>
        </p:nvSpPr>
        <p:spPr>
          <a:xfrm>
            <a:off x="1425515" y="1398589"/>
            <a:ext cx="9486900" cy="3925887"/>
          </a:xfrm>
        </p:spPr>
        <p:txBody>
          <a:bodyPr vert="horz" lIns="91440" tIns="45720" rIns="91440" bIns="45720" rtlCol="0" anchor="t">
            <a:normAutofit/>
          </a:bodyPr>
          <a:lstStyle/>
          <a:p>
            <a:r>
              <a:rPr lang="tr-TR" b="1" dirty="0"/>
              <a:t>Fıkhi oluşumlar (Müslümanın davranış  bilgisi)</a:t>
            </a:r>
            <a:endParaRPr lang="tr-TR" dirty="0"/>
          </a:p>
          <a:p>
            <a:r>
              <a:rPr lang="tr-TR" dirty="0" err="1">
                <a:ea typeface="+mn-lt"/>
                <a:cs typeface="+mn-lt"/>
              </a:rPr>
              <a:t>Hanifilik</a:t>
            </a:r>
            <a:endParaRPr lang="tr-TR" dirty="0" err="1"/>
          </a:p>
          <a:p>
            <a:r>
              <a:rPr lang="tr-TR" dirty="0" err="1">
                <a:ea typeface="+mn-lt"/>
                <a:cs typeface="+mn-lt"/>
              </a:rPr>
              <a:t>Şafilik</a:t>
            </a:r>
            <a:endParaRPr lang="tr-TR" dirty="0" err="1"/>
          </a:p>
          <a:p>
            <a:r>
              <a:rPr lang="tr-TR" dirty="0" err="1">
                <a:ea typeface="+mn-lt"/>
                <a:cs typeface="+mn-lt"/>
              </a:rPr>
              <a:t>Hambelilik</a:t>
            </a:r>
            <a:endParaRPr lang="tr-TR" dirty="0" err="1"/>
          </a:p>
          <a:p>
            <a:r>
              <a:rPr lang="tr-TR" dirty="0">
                <a:ea typeface="+mn-lt"/>
                <a:cs typeface="+mn-lt"/>
              </a:rPr>
              <a:t>Malikilik</a:t>
            </a:r>
            <a:endParaRPr lang="tr-TR" dirty="0"/>
          </a:p>
          <a:p>
            <a:r>
              <a:rPr lang="tr-TR" dirty="0">
                <a:ea typeface="+mn-lt"/>
                <a:cs typeface="+mn-lt"/>
              </a:rPr>
              <a:t>Caferilik</a:t>
            </a:r>
            <a:r>
              <a:rPr lang="tr-TR" b="1" dirty="0"/>
              <a:t>                                                                             </a:t>
            </a:r>
            <a:endParaRPr lang="tr-TR" dirty="0"/>
          </a:p>
          <a:p>
            <a:endParaRPr lang="tr-TR" dirty="0"/>
          </a:p>
          <a:p>
            <a:endParaRPr lang="tr-TR" dirty="0"/>
          </a:p>
        </p:txBody>
      </p:sp>
    </p:spTree>
    <p:extLst>
      <p:ext uri="{BB962C8B-B14F-4D97-AF65-F5344CB8AC3E}">
        <p14:creationId xmlns:p14="http://schemas.microsoft.com/office/powerpoint/2010/main" val="2982585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8A7C8B0-5488-E914-F9E0-0EB553B0D6A8}"/>
              </a:ext>
            </a:extLst>
          </p:cNvPr>
          <p:cNvSpPr>
            <a:spLocks noGrp="1"/>
          </p:cNvSpPr>
          <p:nvPr>
            <p:ph idx="1"/>
          </p:nvPr>
        </p:nvSpPr>
        <p:spPr/>
        <p:txBody>
          <a:bodyPr vert="horz" lIns="91440" tIns="45720" rIns="91440" bIns="45720" rtlCol="0" anchor="t">
            <a:normAutofit/>
          </a:bodyPr>
          <a:lstStyle/>
          <a:p>
            <a:pPr marL="0" indent="0"/>
            <a:r>
              <a:rPr lang="tr-TR" b="1" dirty="0"/>
              <a:t>Tasavvufi ( Allah yoluna adama) oluşumlar ise:</a:t>
            </a:r>
            <a:endParaRPr lang="tr-TR" dirty="0"/>
          </a:p>
          <a:p>
            <a:r>
              <a:rPr lang="tr-TR" dirty="0" err="1">
                <a:ea typeface="+mn-lt"/>
                <a:cs typeface="+mn-lt"/>
              </a:rPr>
              <a:t>Yesevilik</a:t>
            </a:r>
            <a:endParaRPr lang="tr-TR" dirty="0" err="1"/>
          </a:p>
          <a:p>
            <a:r>
              <a:rPr lang="tr-TR" dirty="0">
                <a:ea typeface="+mn-lt"/>
                <a:cs typeface="+mn-lt"/>
              </a:rPr>
              <a:t>Mevlevilik</a:t>
            </a:r>
            <a:endParaRPr lang="tr-TR" dirty="0"/>
          </a:p>
          <a:p>
            <a:r>
              <a:rPr lang="tr-TR" dirty="0">
                <a:ea typeface="+mn-lt"/>
                <a:cs typeface="+mn-lt"/>
              </a:rPr>
              <a:t>Kadirilik</a:t>
            </a:r>
            <a:endParaRPr lang="tr-TR" dirty="0"/>
          </a:p>
          <a:p>
            <a:r>
              <a:rPr lang="tr-TR" dirty="0">
                <a:ea typeface="+mn-lt"/>
                <a:cs typeface="+mn-lt"/>
              </a:rPr>
              <a:t>Nakşibendilik</a:t>
            </a:r>
            <a:endParaRPr lang="tr-TR" dirty="0"/>
          </a:p>
          <a:p>
            <a:r>
              <a:rPr lang="tr-TR" dirty="0">
                <a:ea typeface="+mn-lt"/>
                <a:cs typeface="+mn-lt"/>
              </a:rPr>
              <a:t>Alevi - Bektaşiliktir</a:t>
            </a:r>
            <a:endParaRPr lang="tr-TR" dirty="0"/>
          </a:p>
          <a:p>
            <a:endParaRPr lang="tr-TR" dirty="0"/>
          </a:p>
        </p:txBody>
      </p:sp>
    </p:spTree>
    <p:extLst>
      <p:ext uri="{BB962C8B-B14F-4D97-AF65-F5344CB8AC3E}">
        <p14:creationId xmlns:p14="http://schemas.microsoft.com/office/powerpoint/2010/main" val="2168314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E3CCB5-6DF4-5FC7-2A10-A129749C1BE9}"/>
              </a:ext>
            </a:extLst>
          </p:cNvPr>
          <p:cNvSpPr>
            <a:spLocks noGrp="1"/>
          </p:cNvSpPr>
          <p:nvPr>
            <p:ph type="title"/>
          </p:nvPr>
        </p:nvSpPr>
        <p:spPr/>
        <p:txBody>
          <a:bodyPr/>
          <a:lstStyle/>
          <a:p>
            <a:r>
              <a:rPr lang="tr-TR" dirty="0"/>
              <a:t>Din Anlayışının Toplumlar için Faydaları</a:t>
            </a:r>
          </a:p>
        </p:txBody>
      </p:sp>
      <p:sp>
        <p:nvSpPr>
          <p:cNvPr id="3" name="İçerik Yer Tutucusu 2">
            <a:extLst>
              <a:ext uri="{FF2B5EF4-FFF2-40B4-BE49-F238E27FC236}">
                <a16:creationId xmlns:a16="http://schemas.microsoft.com/office/drawing/2014/main" id="{391094AE-F7DE-22A7-DA8B-3C2ED305A962}"/>
              </a:ext>
            </a:extLst>
          </p:cNvPr>
          <p:cNvSpPr>
            <a:spLocks noGrp="1"/>
          </p:cNvSpPr>
          <p:nvPr>
            <p:ph idx="1"/>
          </p:nvPr>
        </p:nvSpPr>
        <p:spPr/>
        <p:txBody>
          <a:bodyPr vert="horz" lIns="91440" tIns="45720" rIns="91440" bIns="45720" rtlCol="0" anchor="t">
            <a:normAutofit/>
          </a:bodyPr>
          <a:lstStyle/>
          <a:p>
            <a:pPr marL="0" indent="0">
              <a:buNone/>
            </a:pPr>
            <a:r>
              <a:rPr lang="tr-TR" dirty="0">
                <a:ea typeface="+mn-lt"/>
                <a:cs typeface="+mn-lt"/>
              </a:rPr>
              <a:t>1. İnsanların dini yaşamalarında kolaylık sağlamıştır</a:t>
            </a:r>
            <a:endParaRPr lang="tr-TR" dirty="0"/>
          </a:p>
          <a:p>
            <a:pPr marL="0" indent="0">
              <a:buNone/>
            </a:pPr>
            <a:r>
              <a:rPr lang="tr-TR" dirty="0">
                <a:ea typeface="+mn-lt"/>
                <a:cs typeface="+mn-lt"/>
              </a:rPr>
              <a:t>2. İslam medeniyet ve kültürlerinin gelişimine katkıda bulunmuştur</a:t>
            </a:r>
            <a:endParaRPr lang="tr-TR" dirty="0"/>
          </a:p>
          <a:p>
            <a:pPr marL="0" indent="0">
              <a:buNone/>
            </a:pPr>
            <a:r>
              <a:rPr lang="tr-TR" dirty="0">
                <a:ea typeface="+mn-lt"/>
                <a:cs typeface="+mn-lt"/>
              </a:rPr>
              <a:t>3. Fikir zenginliğini sağlamıştır</a:t>
            </a:r>
            <a:endParaRPr lang="tr-TR" dirty="0"/>
          </a:p>
          <a:p>
            <a:pPr marL="0" indent="0">
              <a:buNone/>
            </a:pPr>
            <a:r>
              <a:rPr lang="tr-TR" dirty="0">
                <a:ea typeface="+mn-lt"/>
                <a:cs typeface="+mn-lt"/>
              </a:rPr>
              <a:t>4. İbadetlerin daha kolay yapılmasına katkı sağlamıştır.</a:t>
            </a:r>
            <a:endParaRPr lang="tr-TR" dirty="0"/>
          </a:p>
          <a:p>
            <a:pPr marL="0" indent="0">
              <a:buNone/>
            </a:pPr>
            <a:endParaRPr lang="tr-TR" dirty="0"/>
          </a:p>
        </p:txBody>
      </p:sp>
    </p:spTree>
    <p:extLst>
      <p:ext uri="{BB962C8B-B14F-4D97-AF65-F5344CB8AC3E}">
        <p14:creationId xmlns:p14="http://schemas.microsoft.com/office/powerpoint/2010/main" val="2773970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833C765-4BE4-BD33-DF90-CD8C0A05FF34}"/>
              </a:ext>
            </a:extLst>
          </p:cNvPr>
          <p:cNvSpPr>
            <a:spLocks noGrp="1"/>
          </p:cNvSpPr>
          <p:nvPr>
            <p:ph idx="1"/>
          </p:nvPr>
        </p:nvSpPr>
        <p:spPr>
          <a:xfrm>
            <a:off x="1587710" y="851677"/>
            <a:ext cx="9486690" cy="5234491"/>
          </a:xfrm>
        </p:spPr>
        <p:txBody>
          <a:bodyPr vert="horz" lIns="91440" tIns="45720" rIns="91440" bIns="45720" rtlCol="0" anchor="t">
            <a:normAutofit/>
          </a:bodyPr>
          <a:lstStyle/>
          <a:p>
            <a:pPr marL="0" indent="0">
              <a:buNone/>
            </a:pPr>
            <a:r>
              <a:rPr lang="tr-TR" dirty="0"/>
              <a:t>Ders: DİN KÜLTÜRÜ VE AHLAK BİLGİSİ</a:t>
            </a:r>
          </a:p>
          <a:p>
            <a:pPr marL="0" indent="0">
              <a:buNone/>
            </a:pPr>
            <a:endParaRPr lang="tr-TR" dirty="0"/>
          </a:p>
          <a:p>
            <a:pPr marL="0" indent="0">
              <a:buNone/>
            </a:pPr>
            <a:r>
              <a:rPr lang="tr-TR" dirty="0"/>
              <a:t>KONU: DİNİ YORUM FARKLILIKLARININ SEBEPLERİ</a:t>
            </a:r>
          </a:p>
          <a:p>
            <a:pPr marL="0" indent="0">
              <a:buNone/>
            </a:pPr>
            <a:endParaRPr lang="tr-TR" dirty="0"/>
          </a:p>
          <a:p>
            <a:pPr marL="0" indent="0">
              <a:buNone/>
            </a:pPr>
            <a:r>
              <a:rPr lang="tr-TR" dirty="0"/>
              <a:t>  SILA SOYDAM 10/E 122</a:t>
            </a:r>
          </a:p>
          <a:p>
            <a:pPr marL="0" indent="0">
              <a:buNone/>
            </a:pPr>
            <a:endParaRPr lang="tr-TR" dirty="0"/>
          </a:p>
          <a:p>
            <a:pPr marL="0" indent="0">
              <a:buNone/>
            </a:pPr>
            <a:r>
              <a:rPr lang="tr-TR" dirty="0"/>
              <a:t>KAYNAKÇA: prezi.com</a:t>
            </a:r>
          </a:p>
          <a:p>
            <a:pPr marL="0" indent="0">
              <a:buNone/>
            </a:pPr>
            <a:r>
              <a:rPr lang="tr-TR" dirty="0"/>
              <a:t>                      neoldu.com</a:t>
            </a:r>
          </a:p>
        </p:txBody>
      </p:sp>
    </p:spTree>
    <p:extLst>
      <p:ext uri="{BB962C8B-B14F-4D97-AF65-F5344CB8AC3E}">
        <p14:creationId xmlns:p14="http://schemas.microsoft.com/office/powerpoint/2010/main" val="2857693920"/>
      </p:ext>
    </p:extLst>
  </p:cSld>
  <p:clrMapOvr>
    <a:masterClrMapping/>
  </p:clrMapOvr>
</p:sld>
</file>

<file path=ppt/theme/theme1.xml><?xml version="1.0" encoding="utf-8"?>
<a:theme xmlns:a="http://schemas.openxmlformats.org/drawingml/2006/main" name="InterweaveVTI">
  <a:themeElements>
    <a:clrScheme name="Interweave-R1">
      <a:dk1>
        <a:srgbClr val="000000"/>
      </a:dk1>
      <a:lt1>
        <a:srgbClr val="FFFFFF"/>
      </a:lt1>
      <a:dk2>
        <a:srgbClr val="292C2D"/>
      </a:dk2>
      <a:lt2>
        <a:srgbClr val="DDDEDD"/>
      </a:lt2>
      <a:accent1>
        <a:srgbClr val="0BA5E8"/>
      </a:accent1>
      <a:accent2>
        <a:srgbClr val="5066E1"/>
      </a:accent2>
      <a:accent3>
        <a:srgbClr val="894EC0"/>
      </a:accent3>
      <a:accent4>
        <a:srgbClr val="E54196"/>
      </a:accent4>
      <a:accent5>
        <a:srgbClr val="BE4449"/>
      </a:accent5>
      <a:accent6>
        <a:srgbClr val="F55822"/>
      </a:accent6>
      <a:hlink>
        <a:srgbClr val="C22DD8"/>
      </a:hlink>
      <a:folHlink>
        <a:srgbClr val="737F82"/>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20</Slides>
  <Notes>0</Notes>
  <HiddenSlides>0</HiddenSlides>
  <MMClips>0</MMClips>
  <ScaleCrop>false</ScaleCrop>
  <HeadingPairs>
    <vt:vector size="4" baseType="variant">
      <vt:variant>
        <vt:lpstr>Tema</vt:lpstr>
      </vt:variant>
      <vt:variant>
        <vt:i4>1</vt:i4>
      </vt:variant>
      <vt:variant>
        <vt:lpstr>Slayt Başlıkları</vt:lpstr>
      </vt:variant>
      <vt:variant>
        <vt:i4>20</vt:i4>
      </vt:variant>
    </vt:vector>
  </HeadingPairs>
  <TitlesOfParts>
    <vt:vector size="21" baseType="lpstr">
      <vt:lpstr>InterweaveVTI</vt:lpstr>
      <vt:lpstr>Dini Yorum Farklılıklarının Sebepleri</vt:lpstr>
      <vt:lpstr>Din Nedir?</vt:lpstr>
      <vt:lpstr>Dinin Amacı Nedir?</vt:lpstr>
      <vt:lpstr>Din Anlayışı Nedir?</vt:lpstr>
      <vt:lpstr>1. İnsanın Yapısı</vt:lpstr>
      <vt:lpstr>2. Yaşanılan Coğrafya</vt:lpstr>
      <vt:lpstr>3. Alınan Dini Eğitim</vt:lpstr>
      <vt:lpstr>4. Siyaset </vt:lpstr>
      <vt:lpstr>5. Dil</vt:lpstr>
      <vt:lpstr>5. Millet</vt:lpstr>
      <vt:lpstr>7. Toplum Yapısı</vt:lpstr>
      <vt:lpstr>8. Kültür</vt:lpstr>
      <vt:lpstr>9.Gelişmişlik Düzeyi</vt:lpstr>
      <vt:lpstr>10. Anlayış Biçimi</vt:lpstr>
      <vt:lpstr>Din ve Din Anlayışı Arasındaki Farklar:</vt:lpstr>
      <vt:lpstr>Din Anlayışı Yorum Farklılıklarından Meydana Gelen Oluşumlar</vt:lpstr>
      <vt:lpstr>PowerPoint Sunusu</vt:lpstr>
      <vt:lpstr>PowerPoint Sunusu</vt:lpstr>
      <vt:lpstr>Din Anlayışının Toplumlar için Faydaları</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
  <cp:lastModifiedBy/>
  <cp:revision>166</cp:revision>
  <dcterms:created xsi:type="dcterms:W3CDTF">2022-04-24T18:06:08Z</dcterms:created>
  <dcterms:modified xsi:type="dcterms:W3CDTF">2022-04-24T18:48:14Z</dcterms:modified>
</cp:coreProperties>
</file>